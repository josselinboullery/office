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ortable 2" initials="P2" lastIdx="1" clrIdx="0">
    <p:extLst>
      <p:ext uri="{19B8F6BF-5375-455C-9EA6-DF929625EA0E}">
        <p15:presenceInfo xmlns:p15="http://schemas.microsoft.com/office/powerpoint/2012/main" userId="Portable 2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3" autoAdjust="0"/>
    <p:restoredTop sz="94660"/>
  </p:normalViewPr>
  <p:slideViewPr>
    <p:cSldViewPr snapToGrid="0">
      <p:cViewPr>
        <p:scale>
          <a:sx n="66" d="100"/>
          <a:sy n="66" d="100"/>
        </p:scale>
        <p:origin x="462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A74EAE-EC2E-4D6A-B7F5-99F3E92CC7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25126FD-9B29-4658-B25E-5FFDF66BA2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8AFE1A4-D509-47BF-B346-7FF854715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11AB8-A634-4607-B4D1-A5A76ED3F3EF}" type="datetimeFigureOut">
              <a:rPr lang="fr-FR" smtClean="0"/>
              <a:t>01/12/2020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1631FF6-0D09-4ECE-81A7-4EA153008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47689DB-A8E1-4B67-ABB7-CA6BF3E04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BA65B-F324-4ACB-9FD0-40B12A3D500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34766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FDBAC1-355A-49F4-8E63-B2108359F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8ED8D5E-F83A-4430-A5B4-EAAC646FB5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E02F379-1D78-404B-8A7C-208930132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11AB8-A634-4607-B4D1-A5A76ED3F3EF}" type="datetimeFigureOut">
              <a:rPr lang="fr-FR" smtClean="0"/>
              <a:t>01/12/2020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C964C8B-A177-40C7-9D18-9D792601D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F27FFE7-5184-4F8D-BB7E-7F8DC27A2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BA65B-F324-4ACB-9FD0-40B12A3D500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9837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B54B10-259C-45B0-9648-9572F1D19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E6FEE21-8190-42DC-B7CA-E4FB5D16B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2A532CB-2EFF-4BDC-86C8-E6963065E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11AB8-A634-4607-B4D1-A5A76ED3F3EF}" type="datetimeFigureOut">
              <a:rPr lang="fr-FR" smtClean="0"/>
              <a:t>01/12/2020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0E93D31-52F9-4B05-8568-E6CD44133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2B8E255-7E7B-4859-872C-DB9F1E6D1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BA65B-F324-4ACB-9FD0-40B12A3D500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2571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9103E78-2AE2-4F91-9D27-52A10B470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43D2990-D26C-4ED6-B5BA-5840BD4536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2436257-9A05-4B15-A2BE-BFF91A2071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E4A15EE-6923-428E-A416-9E2115BC9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11AB8-A634-4607-B4D1-A5A76ED3F3EF}" type="datetimeFigureOut">
              <a:rPr lang="fr-FR" smtClean="0"/>
              <a:t>01/12/2020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2A2E7A5-35FC-4129-8AC7-B0403E693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2EE207B-2E26-4E22-A895-22CCF5B10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BA65B-F324-4ACB-9FD0-40B12A3D500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12749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C641D8-D261-4E74-9DFC-47BFEE4A1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5548C87-108B-4669-879B-267457F1BD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DD5D2AE-CE06-42BF-8A11-798785B259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6C0677E-19BC-4C5A-A857-BA6D8A5932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471C09D3-FC3A-4D17-904E-C89204AD3F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79A3B52-2EAA-4C40-BF7D-B6334B1FB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11AB8-A634-4607-B4D1-A5A76ED3F3EF}" type="datetimeFigureOut">
              <a:rPr lang="fr-FR" smtClean="0"/>
              <a:t>01/12/2020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1D4C4C2B-0A35-4FFB-8E73-278CF14A5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C85E5CC-75DB-4E29-8312-CB8A5F545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BA65B-F324-4ACB-9FD0-40B12A3D500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3599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DFDF2A-B991-4E25-84CC-A8BF9C79E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A17A1C5-71CD-4056-A168-6B9014846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11AB8-A634-4607-B4D1-A5A76ED3F3EF}" type="datetimeFigureOut">
              <a:rPr lang="fr-FR" smtClean="0"/>
              <a:t>01/12/2020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4B0E7F3-2356-4819-8025-3FE7713B4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31CAC54-72BA-43B0-BDA6-152A36F5F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BA65B-F324-4ACB-9FD0-40B12A3D500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2866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514B653-F903-4F1A-98E7-6068CD119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11AB8-A634-4607-B4D1-A5A76ED3F3EF}" type="datetimeFigureOut">
              <a:rPr lang="fr-FR" smtClean="0"/>
              <a:t>01/12/2020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5148D91-B2FF-4888-8C90-F2D4C6205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8027DB7-0EA3-4558-8BDE-580632286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BA65B-F324-4ACB-9FD0-40B12A3D500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9862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395FB7-C1D9-4AD5-874D-4C2F314D4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2035ABB-0CE9-4483-A974-8DC8CC15A9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3CFE16E-BF60-4DF6-9B6B-BE3A04C3B1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F8C4C10-F64C-4CC9-9A3D-6549B57D0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11AB8-A634-4607-B4D1-A5A76ED3F3EF}" type="datetimeFigureOut">
              <a:rPr lang="fr-FR" smtClean="0"/>
              <a:t>01/12/2020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0C9C644-3E5A-4733-9A94-AC003E506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1840B21-88B0-4419-A7DB-5D4507CD3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BA65B-F324-4ACB-9FD0-40B12A3D500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7113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FD995B8-3B51-43AF-B889-8AB979E19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6A0C88FE-973F-45D6-BC19-C470EDEAC2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31F871D-8C3C-4ACC-BDB8-4733E3B96E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548C45E-E3A0-4D26-B9E4-57F1DCB39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11AB8-A634-4607-B4D1-A5A76ED3F3EF}" type="datetimeFigureOut">
              <a:rPr lang="fr-FR" smtClean="0"/>
              <a:t>01/12/2020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2A4337A-1689-4723-868D-E3E89BA6F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DFBED07-ACE1-4CC5-9D83-EC745A896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BA65B-F324-4ACB-9FD0-40B12A3D500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45984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89DBE1-14AF-4FD9-B12B-547F18D1A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6695681-A7E0-4022-B8A1-E6828E1041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FD465CA-5581-4EE4-96DB-2C8960591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11AB8-A634-4607-B4D1-A5A76ED3F3EF}" type="datetimeFigureOut">
              <a:rPr lang="fr-FR" smtClean="0"/>
              <a:t>01/12/2020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D1392EE-2FEB-44C7-9CCC-B4E7A1F16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7B9FCF1-3249-4093-B755-03CA0A116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BA65B-F324-4ACB-9FD0-40B12A3D500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50182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CB458BCE-47E3-40FA-A5FF-029FE58300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F1E33E4-E0A7-4488-83F6-CC6401F394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9FF535A-BA04-4252-A3A4-925FF857C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11AB8-A634-4607-B4D1-A5A76ED3F3EF}" type="datetimeFigureOut">
              <a:rPr lang="fr-FR" smtClean="0"/>
              <a:t>01/12/2020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0FB8A3F-1A35-4085-A919-EE11B40CD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353095B-42C6-4434-87CA-A72DE840D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BA65B-F324-4ACB-9FD0-40B12A3D500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3505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50D80E0-DE14-4B6E-956C-B96810A0E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9614969-5B90-46D1-8182-FDA2EE3CE3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FED93E8-2D21-4125-A0B6-6811C402F5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711AB8-A634-4607-B4D1-A5A76ED3F3EF}" type="datetimeFigureOut">
              <a:rPr lang="fr-FR" smtClean="0"/>
              <a:t>01/12/2020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1737E41-717E-4FC8-8A9F-B51D63A12C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E5E7CDE-0BB8-44C4-AED9-04F7C880A2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DBA65B-F324-4ACB-9FD0-40B12A3D500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50166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2979897E-1F85-4CFD-9216-F75B25CE21B8}"/>
              </a:ext>
            </a:extLst>
          </p:cNvPr>
          <p:cNvSpPr txBox="1"/>
          <p:nvPr/>
        </p:nvSpPr>
        <p:spPr>
          <a:xfrm>
            <a:off x="2714157" y="1997839"/>
            <a:ext cx="676368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Lorem ipsum dolor sit amet, consectetuer adipiscing elit. Maecenas porttitor congue massa. Fusce posuere, magna sed pulvinar ultricies, purus lectus malesuada libero, sit amet commodo magna eros quis urna.</a:t>
            </a:r>
          </a:p>
          <a:p>
            <a:endParaRPr lang="fr-CA" dirty="0"/>
          </a:p>
          <a:p>
            <a:r>
              <a:rPr lang="fr-CA" dirty="0"/>
              <a:t>Nunc viverra imperdiet enim. Fusce est. Vivamus a tellus.</a:t>
            </a:r>
          </a:p>
          <a:p>
            <a:endParaRPr lang="fr-CA" dirty="0"/>
          </a:p>
          <a:p>
            <a:r>
              <a:rPr lang="fr-CA" dirty="0"/>
              <a:t>Pellentesque habitant morbi tristique senectus et netus et malesuada fames ac turpis egestas. Proin pharetra nonummy pede. Mauris et orci.</a:t>
            </a:r>
          </a:p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917403-72F2-4E2C-88CB-3344530B67C9}"/>
              </a:ext>
            </a:extLst>
          </p:cNvPr>
          <p:cNvSpPr/>
          <p:nvPr/>
        </p:nvSpPr>
        <p:spPr>
          <a:xfrm>
            <a:off x="2271501" y="1799771"/>
            <a:ext cx="7206342" cy="30603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2A585-C585-4B26-8935-EF23D73630BE}"/>
              </a:ext>
            </a:extLst>
          </p:cNvPr>
          <p:cNvSpPr/>
          <p:nvPr/>
        </p:nvSpPr>
        <p:spPr>
          <a:xfrm>
            <a:off x="11625943" y="159657"/>
            <a:ext cx="360000" cy="36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761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2979897E-1F85-4CFD-9216-F75B25CE21B8}"/>
              </a:ext>
            </a:extLst>
          </p:cNvPr>
          <p:cNvSpPr txBox="1"/>
          <p:nvPr/>
        </p:nvSpPr>
        <p:spPr>
          <a:xfrm>
            <a:off x="2714157" y="1997839"/>
            <a:ext cx="676368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Lorem ipsum dolor sit amet, consectetuer adipiscing elit. Maecenas porttitor congue massa. Fusce posuere, magna sed pulvinar ultricies, purus lectus malesuada libero, sit amet commodo magna eros quis urna.</a:t>
            </a:r>
          </a:p>
          <a:p>
            <a:endParaRPr lang="fr-CA" dirty="0"/>
          </a:p>
          <a:p>
            <a:r>
              <a:rPr lang="fr-CA" dirty="0"/>
              <a:t>Nunc viverra imperdiet enim. Fusce est. Vivamus a tellus.</a:t>
            </a:r>
          </a:p>
          <a:p>
            <a:endParaRPr lang="fr-CA" dirty="0"/>
          </a:p>
          <a:p>
            <a:r>
              <a:rPr lang="fr-CA" dirty="0"/>
              <a:t>Pellentesque habitant morbi tristique senectus et netus et malesuada fames ac turpis egestas. Proin pharetra nonummy pede. Mauris et orci.</a:t>
            </a:r>
          </a:p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917403-72F2-4E2C-88CB-3344530B67C9}"/>
              </a:ext>
            </a:extLst>
          </p:cNvPr>
          <p:cNvSpPr/>
          <p:nvPr/>
        </p:nvSpPr>
        <p:spPr>
          <a:xfrm>
            <a:off x="2271501" y="1799771"/>
            <a:ext cx="7206342" cy="30603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2A585-C585-4B26-8935-EF23D73630BE}"/>
              </a:ext>
            </a:extLst>
          </p:cNvPr>
          <p:cNvSpPr/>
          <p:nvPr/>
        </p:nvSpPr>
        <p:spPr>
          <a:xfrm>
            <a:off x="1911501" y="1799771"/>
            <a:ext cx="360000" cy="36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32080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2979897E-1F85-4CFD-9216-F75B25CE21B8}"/>
              </a:ext>
            </a:extLst>
          </p:cNvPr>
          <p:cNvSpPr txBox="1"/>
          <p:nvPr/>
        </p:nvSpPr>
        <p:spPr>
          <a:xfrm>
            <a:off x="2714157" y="1997839"/>
            <a:ext cx="676368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Lorem ipsum dolor sit amet, consectetuer adipiscing elit. Maecenas porttitor congue massa. Fusce posuere, magna sed pulvinar ultricies, purus lectus malesuada libero, sit amet commodo magna eros quis urna.</a:t>
            </a:r>
          </a:p>
          <a:p>
            <a:endParaRPr lang="fr-CA" dirty="0"/>
          </a:p>
          <a:p>
            <a:r>
              <a:rPr lang="fr-CA" dirty="0"/>
              <a:t>Nunc viverra imperdiet enim. Fusce est. Vivamus a tellus.</a:t>
            </a:r>
          </a:p>
          <a:p>
            <a:endParaRPr lang="fr-CA" dirty="0"/>
          </a:p>
          <a:p>
            <a:r>
              <a:rPr lang="fr-CA" dirty="0"/>
              <a:t>Pellentesque habitant morbi tristique senectus et netus et malesuada fames ac turpis egestas. Proin pharetra nonummy pede. Mauris et orci.</a:t>
            </a:r>
          </a:p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917403-72F2-4E2C-88CB-3344530B67C9}"/>
              </a:ext>
            </a:extLst>
          </p:cNvPr>
          <p:cNvSpPr/>
          <p:nvPr/>
        </p:nvSpPr>
        <p:spPr>
          <a:xfrm>
            <a:off x="2271501" y="1799771"/>
            <a:ext cx="7206342" cy="30603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2A585-C585-4B26-8935-EF23D73630BE}"/>
              </a:ext>
            </a:extLst>
          </p:cNvPr>
          <p:cNvSpPr/>
          <p:nvPr/>
        </p:nvSpPr>
        <p:spPr>
          <a:xfrm>
            <a:off x="1911501" y="1799771"/>
            <a:ext cx="360000" cy="306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909329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2979897E-1F85-4CFD-9216-F75B25CE21B8}"/>
              </a:ext>
            </a:extLst>
          </p:cNvPr>
          <p:cNvSpPr txBox="1"/>
          <p:nvPr/>
        </p:nvSpPr>
        <p:spPr>
          <a:xfrm>
            <a:off x="2714157" y="1997839"/>
            <a:ext cx="676368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Lorem ipsum dolor sit amet, consectetuer adipiscing elit. Maecenas porttitor congue massa. Fusce posuere, magna sed pulvinar ultricies, purus lectus malesuada libero, sit amet commodo magna eros quis urna.</a:t>
            </a:r>
          </a:p>
          <a:p>
            <a:endParaRPr lang="fr-CA" dirty="0"/>
          </a:p>
          <a:p>
            <a:r>
              <a:rPr lang="fr-CA" dirty="0"/>
              <a:t>Nunc viverra imperdiet enim. Fusce est. Vivamus a tellus.</a:t>
            </a:r>
          </a:p>
          <a:p>
            <a:endParaRPr lang="fr-CA" dirty="0"/>
          </a:p>
          <a:p>
            <a:r>
              <a:rPr lang="fr-CA" dirty="0"/>
              <a:t>Pellentesque habitant morbi tristique senectus et netus et malesuada fames ac turpis egestas. Proin pharetra nonummy pede. Mauris et orci.</a:t>
            </a:r>
          </a:p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917403-72F2-4E2C-88CB-3344530B67C9}"/>
              </a:ext>
            </a:extLst>
          </p:cNvPr>
          <p:cNvSpPr/>
          <p:nvPr/>
        </p:nvSpPr>
        <p:spPr>
          <a:xfrm>
            <a:off x="10239843" y="1799771"/>
            <a:ext cx="7206342" cy="30603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2A585-C585-4B26-8935-EF23D73630BE}"/>
              </a:ext>
            </a:extLst>
          </p:cNvPr>
          <p:cNvSpPr/>
          <p:nvPr/>
        </p:nvSpPr>
        <p:spPr>
          <a:xfrm>
            <a:off x="9879843" y="1799771"/>
            <a:ext cx="360000" cy="306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98726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284</Words>
  <Application>Microsoft Office PowerPoint</Application>
  <PresentationFormat>Grand écran</PresentationFormat>
  <Paragraphs>20</Paragraphs>
  <Slides>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Thème Office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Portable 2</dc:creator>
  <cp:lastModifiedBy>Portable 2</cp:lastModifiedBy>
  <cp:revision>1</cp:revision>
  <dcterms:created xsi:type="dcterms:W3CDTF">2020-12-01T12:12:22Z</dcterms:created>
  <dcterms:modified xsi:type="dcterms:W3CDTF">2020-12-01T12:12:50Z</dcterms:modified>
</cp:coreProperties>
</file>