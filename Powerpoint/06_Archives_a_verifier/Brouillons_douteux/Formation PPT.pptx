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6980" autoAdjust="0"/>
  </p:normalViewPr>
  <p:slideViewPr>
    <p:cSldViewPr snapToGrid="0">
      <p:cViewPr>
        <p:scale>
          <a:sx n="75" d="100"/>
          <a:sy n="75" d="100"/>
        </p:scale>
        <p:origin x="61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1A5B9-7420-40EC-BD00-268D95F617B1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80ADC-F9C7-4B16-8221-10B9C3FE23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95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927FB-EEF0-4A6A-D009-10C012557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CB559E-8A2B-46AE-1410-C3D36A71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660427-EE87-F128-9193-2BA1DEE5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A0AB68-75D2-858A-9C5C-B1D1B800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E95094-425F-28EB-D52E-9B445FB9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83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3F98E7-F8E7-0AD3-3E53-715918C0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CE30A6-F457-3ACE-4049-93BB225F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06C39B-E5A7-AAEF-1BA2-0400C811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8EF6C6-1F1E-F9D4-AC4E-EB3C4624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7A85BC-D771-6708-9AE5-61762491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52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3194C6-5121-EECC-9EB7-4E653748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B07C42-8596-ADCE-CA28-8D8FC2CE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F2B76B-3030-A57C-BE3A-1E900561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5DFD83-76C2-35C4-DF4C-099B3496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1DAC39-C886-7F83-7159-8B510D27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15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4EA61-E5A2-82A6-6627-6807BB6C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21923D-E27E-9705-0506-8AEB2B5F1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DE5450-5FB5-81D1-C2E4-660173266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64F105-AF11-4EB9-F4BC-65BF8F9DB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5E98DA-B79C-F0DC-A386-86EF813F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711E35-5570-041F-30D1-087AB484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760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41EBC-627D-2665-51D7-1E452BAF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F0A565-821E-7857-AFD8-EED7E9CF5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CE90FE-0E54-3686-7C3C-362E85FE9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023042-14C4-8504-B09D-E90AC902C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E80B23-F51D-6AA7-9702-A4371637E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69B0FB-64F1-655A-5ED4-D96FA181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1EEF41-6E26-7E99-5C9E-F4E3C7C3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EEDED6A-7B3C-128D-C118-2B07E843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66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1C7AA6-91BB-F823-894D-945499555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7FA45C-4166-AEC0-5098-C37B17DD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B53473-CF43-360D-31E6-C5569D80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E0F590-F5E9-0A65-8556-CC1BB487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78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95963D-867C-99B7-6B75-AE09E0BC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FBD222-D70D-B8DC-ECE9-27D209E9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6EE044-6AAF-9412-65F6-58A7B41F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516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7F8D30-D4BD-0A89-B46E-71FEE4FC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7DA8C2-4A09-8776-4752-C4F3BFEBA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DA0EE9-8573-F98F-A37D-01FB188C3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3CB806-E9E3-F920-4380-F9D9A275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EF9A1B-5BF6-3BCE-5717-D83B8415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85EFD2-EDA4-08F2-9D10-CE269C42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439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8214BA-2A03-160D-688A-0F126C64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25BC8F0-1894-05A1-CA3F-ECD4A438F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38A088-366D-8772-A5F0-8224C16E7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BFA969-9348-D082-73A5-90ABAE7F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C680FB-B4F8-4908-4CA7-1CE150E9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45C7C5-023F-275B-2827-7251217A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62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EBAA1-D07F-B0C1-BA94-06F711332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5DD42B-41B6-2DF4-4C21-F55858100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DD5A49-DB43-9DB7-E9B2-7F12C7D6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E45BFE-484B-4556-59B2-62D85B90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207982-F184-1EF1-FFA6-980605A6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57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6724644-C294-4D09-4AA5-17DC562F3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D5457E-66A3-706E-BCB4-BDBC52979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8C61BE-FC8E-CD63-4FC7-651EBF0E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EDE097-49FB-8C93-4D0C-B4D516C0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996DF-8057-6BFB-1502-0A9EE8AE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91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22F7785-DBAF-4C72-F185-59BE4CEC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3B8607-C086-7C47-40DD-1556A17C3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1CEBAB-5A40-8DC2-88A6-E826D7184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858B-6299-4B8A-83E0-38542FDD389C}" type="datetimeFigureOut">
              <a:rPr lang="fr-FR" smtClean="0"/>
              <a:t>12/12/2022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992F1-8710-9156-DEA6-33B9F9C7A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289D6F-A0B7-AFCE-A45B-E9EE4C67C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2779A-0F30-407C-A083-538F239FE9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13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file:///C:\Users\jboul\Documents\MEGAsync\formation\PowerPoint\chess\chess.xlsx!Feuil1!L4C1:L9C3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0A141C-F283-295A-9B25-A944C37CD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Formation PPT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510154-76C7-FCEF-A874-EB089B5C7B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81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60A04A-AEA7-DD1D-7990-9842FC3EB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texte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692689-9963-FA38-7AA5-20F06FC7C247}"/>
              </a:ext>
            </a:extLst>
          </p:cNvPr>
          <p:cNvSpPr txBox="1"/>
          <p:nvPr/>
        </p:nvSpPr>
        <p:spPr>
          <a:xfrm>
            <a:off x="838200" y="1971040"/>
            <a:ext cx="1051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fr-FR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342900" indent="-342900">
              <a:buFont typeface="+mj-lt"/>
              <a:buAutoNum type="alphaUcPeriod"/>
            </a:pPr>
            <a:endParaRPr lang="fr-FR" dirty="0"/>
          </a:p>
          <a:p>
            <a:pPr marL="800100" lvl="1" indent="-342900">
              <a:buFont typeface="+mj-lt"/>
              <a:buAutoNum type="arabicParenR"/>
            </a:pPr>
            <a:r>
              <a:rPr lang="fr-FR" dirty="0"/>
              <a:t>Nunc viverra imperdiet enim. Fusce est. Vivamus a tellus.</a:t>
            </a:r>
          </a:p>
          <a:p>
            <a:pPr marL="800100" lvl="1" indent="-342900">
              <a:buFont typeface="+mj-lt"/>
              <a:buAutoNum type="arabicParenR"/>
            </a:pPr>
            <a:endParaRPr lang="fr-FR" dirty="0"/>
          </a:p>
          <a:p>
            <a:pPr marL="800100" lvl="1" indent="-342900">
              <a:buFont typeface="+mj-lt"/>
              <a:buAutoNum type="arabicParenR"/>
            </a:pPr>
            <a:r>
              <a:rPr lang="fr-FR" dirty="0" err="1"/>
              <a:t>Pellentesque</a:t>
            </a:r>
            <a:r>
              <a:rPr lang="fr-FR" dirty="0"/>
              <a:t> habitant morbi tristique senectus et netus et malesuada fames ac turpis egestas. Proin pharetra nonummy pede. Mauris et </a:t>
            </a:r>
            <a:r>
              <a:rPr lang="fr-FR" dirty="0" err="1"/>
              <a:t>orci</a:t>
            </a:r>
            <a:r>
              <a:rPr lang="fr-FR" dirty="0"/>
              <a:t>.</a:t>
            </a:r>
          </a:p>
          <a:p>
            <a:pPr marL="342900" indent="-342900">
              <a:buFont typeface="+mj-lt"/>
              <a:buAutoNum type="alphaUcPeriod"/>
            </a:pPr>
            <a:endParaRPr lang="fr-FR" dirty="0"/>
          </a:p>
          <a:p>
            <a:pPr marL="342900" indent="-342900">
              <a:buFont typeface="+mj-lt"/>
              <a:buAutoNum type="alphaUcPeriod"/>
            </a:pPr>
            <a:r>
              <a:rPr lang="fr-FR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342900" indent="-342900">
              <a:buFont typeface="+mj-lt"/>
              <a:buAutoNum type="alphaUcPeriod"/>
            </a:pPr>
            <a:endParaRPr lang="fr-FR" dirty="0"/>
          </a:p>
          <a:p>
            <a:pPr marL="800100" lvl="1" indent="-342900">
              <a:buFont typeface="+mj-lt"/>
              <a:buAutoNum type="arabicParenR"/>
            </a:pPr>
            <a:r>
              <a:rPr lang="fr-FR" dirty="0"/>
              <a:t>Nunc viverra imperdiet enim. Fusce est. Vivamus a tellus.</a:t>
            </a:r>
          </a:p>
          <a:p>
            <a:pPr marL="800100" lvl="1" indent="-342900">
              <a:buFont typeface="+mj-lt"/>
              <a:buAutoNum type="arabicParenR"/>
            </a:pPr>
            <a:endParaRPr lang="fr-FR" dirty="0"/>
          </a:p>
          <a:p>
            <a:pPr marL="800100" lvl="1" indent="-342900">
              <a:buFont typeface="+mj-lt"/>
              <a:buAutoNum type="arabicParenR"/>
            </a:pPr>
            <a:r>
              <a:rPr lang="fr-FR" dirty="0"/>
              <a:t>Pellentesque habitant morbi tristique senectus et netus et malesuada fames ac turpis egestas. Proin pharetra nonummy pede. Mauris et orci.</a:t>
            </a:r>
          </a:p>
          <a:p>
            <a:pPr marL="342900" indent="-342900">
              <a:buFont typeface="+mj-lt"/>
              <a:buAutoNum type="alphaUcPeriod"/>
            </a:pPr>
            <a:endParaRPr lang="fr-FR" dirty="0"/>
          </a:p>
          <a:p>
            <a:pPr marL="342900" indent="-34290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23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C7A419-D9B5-22E2-B390-99540EAE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E92356E5-4BD1-4A8C-8F1E-B8E7140E86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701768"/>
              </p:ext>
            </p:extLst>
          </p:nvPr>
        </p:nvGraphicFramePr>
        <p:xfrm>
          <a:off x="1549718" y="2194242"/>
          <a:ext cx="8143911" cy="367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45914" imgH="1105057" progId="Excel.Sheet.12">
                  <p:link updateAutomatic="1"/>
                </p:oleObj>
              </mc:Choice>
              <mc:Fallback>
                <p:oleObj name="Worksheet" r:id="rId2" imgW="2445914" imgH="11050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9718" y="2194242"/>
                        <a:ext cx="8143911" cy="3678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2131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145</Words>
  <Application>Microsoft Office PowerPoint</Application>
  <PresentationFormat>Grand écran</PresentationFormat>
  <Paragraphs>13</Paragraphs>
  <Slides>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Liens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C:\Users\jboul\Documents\MEGAsync\formation\PowerPoint\chess\chess.xlsx!Feuil1!L4C1:L9C3</vt:lpstr>
      <vt:lpstr>Formation PPT</vt:lpstr>
      <vt:lpstr>texte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PPT</dc:title>
  <dc:creator>josselin boullery</dc:creator>
  <cp:lastModifiedBy>josselin boullery</cp:lastModifiedBy>
  <cp:revision>1</cp:revision>
  <dcterms:created xsi:type="dcterms:W3CDTF">2022-12-12T09:11:12Z</dcterms:created>
  <dcterms:modified xsi:type="dcterms:W3CDTF">2022-12-12T10:27:21Z</dcterms:modified>
</cp:coreProperties>
</file>