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CB5F53-54F2-48BC-915E-976ED4949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000F541-EA74-47E8-8193-2448A2F24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A2C832-0F82-4014-8C04-5678B4B9E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71FF2-51BC-4448-B16B-60304DA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9D921A-BE96-4937-A57F-390BD139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39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A627A3-6C62-49F2-B476-F3A59651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2D54B7-57A5-465D-B2A2-E44761D8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C2517A-F402-4B41-810D-8C6F03D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8408A8-C9E2-45C7-9DE4-E35E3816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09D05F-C7C6-406F-BD1A-E840B2AE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63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61DFC8-B837-42A2-B0AD-D9BEA9AA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CE5E4C-F5CD-4D9A-83CC-065C48130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F70004-6346-45D5-B236-DEE4F38C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9AA922-0D7B-41DD-8FEC-A4249B42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A1A199-E11D-48EE-BBD3-15E74B20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82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757507-769A-4AD5-81E3-A9C42C2A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261472-CFC2-49AF-894C-4CEC38EC1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FCFABF-FF09-450A-B7B8-1C92DD6B7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2F393E-EB37-4AFA-BD3C-97A47E5C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CFE497-90BB-4953-9315-45FB4C1C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DC544C-69A7-49FB-A89A-85E632EE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8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3FFA0-E77A-4587-821F-C0BED774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B1AE4D-1BFB-4C05-A219-83C917CE2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ACF7DA-A800-4530-AF10-26FEDE1F1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A0BF342-CB6A-4A3F-9704-F8A53858B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6C3184A-3512-43EF-922F-8B39EAC3C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DD15FF9-C0C9-4308-B589-BD20E96B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86D51EA-7F18-4DCF-AE5D-8F54AC0E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0D6C839-B019-420C-B2EA-5C882D34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58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AE5C3-88EB-4AB7-8EA1-282BC962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65A920-5105-4C19-B3F3-43DCEF9E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ADCDE0-11A9-44B0-B4A7-59912E03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DA43EB-F0FA-4322-94D7-7890EA6E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65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0356FB6-77FB-4D78-AD28-D3EB1820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8BD1E7-A971-42B3-BE2C-55AF0D56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F9FA60-602C-4CB5-BBD7-706C8220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19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5B122-0AB3-464D-BF32-BB2B09D0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B1447B-4482-4991-A9A7-7B632D9E5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5A0897-CED5-4682-AE0A-5391722B9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9D9939-8A0A-4206-AD3C-B1F47015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CB3BFB-6BBB-4055-8F8A-52FEBE5B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86D134-7F4A-40D9-AF4D-6CD57151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97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CE876-A8A3-4B93-BBFA-3169DDFF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587DD6-34F3-48BE-9B4E-32E0C797D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8C7F3C-6D95-489C-B9FD-332A6B220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71B796-E011-4200-BE38-8A371E71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0963C3D-1698-4178-9ADC-45D78CF7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BB4705-04E3-4753-BF51-29F99794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2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20A29-754F-40C3-982B-9521ED79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7E479E-BB78-4732-89A1-A7EFFA76E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D97D0F-E16A-4B28-B1CC-E3DCCF01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1816D0-CB8A-4FBD-8E38-F0734062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22724E-2A6A-439F-8098-98BB6DEB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45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D563CCD-BBE5-453B-9EEA-6CCA76327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455E9C-DF9B-4399-B11B-DF8E7A1DA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E0DE4A-9FEE-4425-9661-61201347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3ECB2A-F153-4D51-AB80-C35F48EC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0098AA-7421-432D-B36D-974F6131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62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26E5841-A59A-42DF-A028-A0AB7258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F360E2-3EA4-4428-A91D-230A8173E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260721-CF42-4630-852D-2577FBDA1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CEAFA-F78B-45EE-886B-980592FC97CA}" type="datetimeFigureOut">
              <a:rPr lang="fr-FR" smtClean="0"/>
              <a:t>04/10/2021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793E21-E611-44CC-85C3-ABD43B52E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1A3E9B-50F4-45BD-83A1-47841DA16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5A4D2-CDE3-4EF0-9ED2-FF8E04114E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47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35A8C6F-FC53-4FCE-9200-441AE596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583"/>
            <a:ext cx="9144000" cy="578196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dirty="0" err="1"/>
              <a:t>Fgh</a:t>
            </a:r>
            <a:r>
              <a:rPr lang="fr-FR" dirty="0"/>
              <a:t>, </a:t>
            </a:r>
            <a:r>
              <a:rPr lang="fr-FR"/>
              <a:t>mfg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9109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josselin boullery</dc:creator>
  <cp:lastModifiedBy>josselin boullery</cp:lastModifiedBy>
  <cp:revision>2</cp:revision>
  <dcterms:created xsi:type="dcterms:W3CDTF">2021-10-04T08:37:15Z</dcterms:created>
  <dcterms:modified xsi:type="dcterms:W3CDTF">2021-10-04T08:45:03Z</dcterms:modified>
</cp:coreProperties>
</file>