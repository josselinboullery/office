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selin boullery" userId="b5dea836a17eff50" providerId="LiveId" clId="{A375B0C3-38EB-4544-8899-2BDF9E928CEC}"/>
    <pc:docChg chg="modSld">
      <pc:chgData name="josselin boullery" userId="b5dea836a17eff50" providerId="LiveId" clId="{A375B0C3-38EB-4544-8899-2BDF9E928CEC}" dt="2026-05-07T09:30:09.266" v="0" actId="1076"/>
      <pc:docMkLst>
        <pc:docMk/>
      </pc:docMkLst>
      <pc:sldChg chg="modSp mod">
        <pc:chgData name="josselin boullery" userId="b5dea836a17eff50" providerId="LiveId" clId="{A375B0C3-38EB-4544-8899-2BDF9E928CEC}" dt="2026-05-07T09:30:09.266" v="0" actId="1076"/>
        <pc:sldMkLst>
          <pc:docMk/>
          <pc:sldMk cId="0" sldId="262"/>
        </pc:sldMkLst>
        <pc:spChg chg="mod">
          <ac:chgData name="josselin boullery" userId="b5dea836a17eff50" providerId="LiveId" clId="{A375B0C3-38EB-4544-8899-2BDF9E928CEC}" dt="2026-05-07T09:30:09.266" v="0" actId="1076"/>
          <ac:spMkLst>
            <pc:docMk/>
            <pc:sldMk cId="0" sldId="262"/>
            <ac:spMk id="41" creationId="{00000000-0000-0000-0000-000000000000}"/>
          </ac:spMkLst>
        </pc:spChg>
        <pc:spChg chg="mod">
          <ac:chgData name="josselin boullery" userId="b5dea836a17eff50" providerId="LiveId" clId="{A375B0C3-38EB-4544-8899-2BDF9E928CEC}" dt="2026-05-07T09:30:09.266" v="0" actId="1076"/>
          <ac:spMkLst>
            <pc:docMk/>
            <pc:sldMk cId="0" sldId="262"/>
            <ac:spMk id="42" creationId="{00000000-0000-0000-0000-000000000000}"/>
          </ac:spMkLst>
        </pc:spChg>
        <pc:spChg chg="mod">
          <ac:chgData name="josselin boullery" userId="b5dea836a17eff50" providerId="LiveId" clId="{A375B0C3-38EB-4544-8899-2BDF9E928CEC}" dt="2026-05-07T09:30:09.266" v="0" actId="1076"/>
          <ac:spMkLst>
            <pc:docMk/>
            <pc:sldMk cId="0" sldId="262"/>
            <ac:spMk id="4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0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85800" y="5943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corrigé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69951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Exemples de résultats attendus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94944" y="2971800"/>
            <a:ext cx="62179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Corrections indicatives pour les exercices PowerPoint BTS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apprenants peuvent produire d’autres réponses valables.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35240" y="658368"/>
            <a:ext cx="3611880" cy="53035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7973568" y="987552"/>
            <a:ext cx="29443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7973568" y="2487168"/>
            <a:ext cx="29443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7973568" y="3986784"/>
            <a:ext cx="29443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8257032" y="1252728"/>
            <a:ext cx="347472" cy="3474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257032" y="1303020"/>
            <a:ext cx="3474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57032" y="2752344"/>
            <a:ext cx="347472" cy="3474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8257032" y="2802636"/>
            <a:ext cx="3474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57032" y="4251960"/>
            <a:ext cx="347472" cy="3474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8257032" y="4302252"/>
            <a:ext cx="3474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32520" y="13258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Structurer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32520" y="28254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Mettre en page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32520" y="43251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Présenter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</a:rPr>
              <a:t>CORRIGÉ EXERCICE 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</a:rPr>
              <a:t>Synthèse rendez-vous client - Novalys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</a:rPr>
              <a:t>Le client veut fiabiliser son suivi commercial sans alourdir l’organisation.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3246120" cy="3017520"/>
          </a:xfrm>
          <a:prstGeom prst="roundRect">
            <a:avLst>
              <a:gd name="adj" fmla="val 212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96112" y="2157984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Besoin client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523744"/>
            <a:ext cx="2916936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Centraliser les demandes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Retrouver les informations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Suivre les relances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62272" y="2011680"/>
            <a:ext cx="3246120" cy="3017520"/>
          </a:xfrm>
          <a:prstGeom prst="roundRect">
            <a:avLst>
              <a:gd name="adj" fmla="val 2121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626864" y="2157984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</a:rPr>
              <a:t>Solution proposée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26864" y="2523744"/>
            <a:ext cx="2916936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Pack Suivi Client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49 € / mois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Mise en place : 2 semaines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83880" y="2011680"/>
            <a:ext cx="3246120" cy="3017520"/>
          </a:xfrm>
          <a:prstGeom prst="roundRect">
            <a:avLst>
              <a:gd name="adj" fmla="val 2121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8348472" y="2157984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</a:rPr>
              <a:t>Prochaine étape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48472" y="2523744"/>
            <a:ext cx="2916936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Envoyer la proposition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Planifier une démo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Relancer vendredi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285232" y="5513832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358384" y="5582412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À retenir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3840480" y="5879592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</a:rPr>
              <a:t>3 blocs, un titre utile, moins de texte, alignement net.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CORRIGÉ EXERCICE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</a:rPr>
              <a:t>Nova Conseil Services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13232" y="1444752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</a:rPr>
              <a:t>Organiser le suivi client des PME, simplement.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0" y="1143000"/>
            <a:ext cx="3108960" cy="2926080"/>
          </a:xfrm>
          <a:prstGeom prst="rect">
            <a:avLst/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8083296" y="1581912"/>
            <a:ext cx="559613" cy="559613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7927848" y="2693822"/>
            <a:ext cx="2798064" cy="1082650"/>
          </a:xfrm>
          <a:prstGeom prst="chevron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900416" y="3767328"/>
            <a:ext cx="2852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FFFF"/>
                </a:solidFill>
              </a:rPr>
              <a:t>Visuel entreprise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9808" y="2743200"/>
            <a:ext cx="24688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914400" y="2889504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Cible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255264"/>
            <a:ext cx="213969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PME, agences, cabinets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547872" y="2743200"/>
            <a:ext cx="24688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712464" y="2889504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</a:rPr>
              <a:t>Promesse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12464" y="3255264"/>
            <a:ext cx="213969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Moins d’oublis, plus de suivi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45936" y="2743200"/>
            <a:ext cx="1051560" cy="123444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510528" y="2889504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</a:rPr>
              <a:t>Délai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0528" y="3255264"/>
            <a:ext cx="72237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7 jours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49808" y="4800600"/>
            <a:ext cx="10058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749808" y="50749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Présentation courte : identifier, rassurer, donner envie d’un rendez-vous.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CORRIGÉ EXERCICE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</a:rPr>
              <a:t>Le besoin client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31520" y="129844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</a:rPr>
              <a:t>Les PME perdent du temps quand le suivi client repose sur des e-mails dispersés.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2331720"/>
            <a:ext cx="2971800" cy="2011680"/>
          </a:xfrm>
          <a:prstGeom prst="roundRect">
            <a:avLst>
              <a:gd name="adj" fmla="val 3182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078992" y="2478024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Informations dispersées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78992" y="2843784"/>
            <a:ext cx="2642616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Demandes clients, pièces jointes, historiques.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2331720"/>
            <a:ext cx="2971800" cy="2011680"/>
          </a:xfrm>
          <a:prstGeom prst="roundRect">
            <a:avLst>
              <a:gd name="adj" fmla="val 3182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782312" y="2478024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</a:rPr>
              <a:t>Relances oubliées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82312" y="2843784"/>
            <a:ext cx="2642616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Manque de visibilité sur les actions à faire.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321040" y="2331720"/>
            <a:ext cx="2971800" cy="2011680"/>
          </a:xfrm>
          <a:prstGeom prst="roundRect">
            <a:avLst>
              <a:gd name="adj" fmla="val 3182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8485632" y="2478024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</a:rPr>
              <a:t>Image fragilisée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85632" y="2843784"/>
            <a:ext cx="2642616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Le client perçoit un manque de réactivité.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CORRIGÉ EXERCICE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</a:rPr>
              <a:t>Une offre simple en 3 services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3246120" cy="3337560"/>
          </a:xfrm>
          <a:prstGeom prst="roundRect">
            <a:avLst>
              <a:gd name="adj" fmla="val 1972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96112" y="1563624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1. Tableau de suivi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1929384"/>
            <a:ext cx="291693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Centraliser les demandes, statuts et responsables.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62272" y="1417320"/>
            <a:ext cx="3246120" cy="3337560"/>
          </a:xfrm>
          <a:prstGeom prst="roundRect">
            <a:avLst>
              <a:gd name="adj" fmla="val 1972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626864" y="1563624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</a:rPr>
              <a:t>2. Scripts de relance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26864" y="1929384"/>
            <a:ext cx="291693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Répondre vite avec des messages cohérents.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83880" y="1417320"/>
            <a:ext cx="3246120" cy="3337560"/>
          </a:xfrm>
          <a:prstGeom prst="roundRect">
            <a:avLst>
              <a:gd name="adj" fmla="val 1972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8348472" y="1563624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</a:rPr>
              <a:t>3. Routine hebdo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48472" y="1929384"/>
            <a:ext cx="291693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Faire le point en 20 minutes chaque semaine.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194560" y="5285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</a:rPr>
              <a:t>Bénéfice : plus de fiabilité, moins d’improvisation.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CORRIGÉ EXERCICE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</a:rPr>
              <a:t>Prochaine étape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05840" y="13258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27"/>
                </a:solidFill>
              </a:rPr>
              <a:t>Planifier un diagnostic de 30 minutes pour adapter l’offre.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840480" y="2542032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854196" y="2546604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51376" y="2514600"/>
            <a:ext cx="43525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Identifier les outils actuels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3840480" y="2971800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854196" y="2976372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51376" y="2944368"/>
            <a:ext cx="43525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Lister les points de friction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3840480" y="3401568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854196" y="3406140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51376" y="3374136"/>
            <a:ext cx="43525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Choisir la formule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3840480" y="3831336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854196" y="3835908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51376" y="3803904"/>
            <a:ext cx="43525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Valider le calendrier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5184648" y="507492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257800" y="5143500"/>
            <a:ext cx="1499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Contact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3977640" y="5504688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</a:rPr>
              <a:t>contact@nova-conseil.example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</a:rPr>
              <a:t>CORRIGÉ EXERCICE 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</a:rPr>
              <a:t>Recommandation : choisir la formule Pro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49808" y="1417320"/>
            <a:ext cx="2743200" cy="2743200"/>
          </a:xfrm>
          <a:prstGeom prst="rect">
            <a:avLst/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024128" y="1828800"/>
            <a:ext cx="493776" cy="49377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886968" y="2871216"/>
            <a:ext cx="2468880" cy="1014984"/>
          </a:xfrm>
          <a:prstGeom prst="chevron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877824" y="3858768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FFFF"/>
                </a:solidFill>
              </a:rPr>
              <a:t>Visuel service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886200" y="1417320"/>
            <a:ext cx="1234440" cy="457200"/>
          </a:xfrm>
          <a:prstGeom prst="rect">
            <a:avLst/>
          </a:prstGeom>
          <a:solidFill>
            <a:srgbClr val="0F766E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941064" y="1490472"/>
            <a:ext cx="11247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FFFFFF"/>
                </a:solidFill>
              </a:rPr>
              <a:t>Formule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5120640" y="1417320"/>
            <a:ext cx="1051560" cy="457200"/>
          </a:xfrm>
          <a:prstGeom prst="rect">
            <a:avLst/>
          </a:prstGeom>
          <a:solidFill>
            <a:srgbClr val="0F766E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175504" y="1490472"/>
            <a:ext cx="9418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FFFFFF"/>
                </a:solidFill>
              </a:rPr>
              <a:t>Prix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6172200" y="1417320"/>
            <a:ext cx="1325880" cy="457200"/>
          </a:xfrm>
          <a:prstGeom prst="rect">
            <a:avLst/>
          </a:prstGeom>
          <a:solidFill>
            <a:srgbClr val="0F766E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227064" y="1490472"/>
            <a:ext cx="12161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FFFFFF"/>
                </a:solidFill>
              </a:rPr>
              <a:t>Délai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7498080" y="1417320"/>
            <a:ext cx="1828800" cy="457200"/>
          </a:xfrm>
          <a:prstGeom prst="rect">
            <a:avLst/>
          </a:prstGeom>
          <a:solidFill>
            <a:srgbClr val="0F766E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7552944" y="1490472"/>
            <a:ext cx="1719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FFFFFF"/>
                </a:solidFill>
              </a:rPr>
              <a:t>Bénéfice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3886200" y="1874520"/>
            <a:ext cx="123444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941064" y="1947672"/>
            <a:ext cx="11247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Essentiel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5120640" y="1874520"/>
            <a:ext cx="105156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175504" y="1947672"/>
            <a:ext cx="9418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39 €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172200" y="1874520"/>
            <a:ext cx="132588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227064" y="1947672"/>
            <a:ext cx="12161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10 j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498080" y="1874520"/>
            <a:ext cx="182880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7552944" y="1947672"/>
            <a:ext cx="1719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Suivi clair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3886200" y="2331720"/>
            <a:ext cx="1234440" cy="457200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941064" y="2404872"/>
            <a:ext cx="11247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Pro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5120640" y="2331720"/>
            <a:ext cx="1051560" cy="457200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175504" y="2404872"/>
            <a:ext cx="9418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69 €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6172200" y="2331720"/>
            <a:ext cx="1325880" cy="457200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227064" y="2404872"/>
            <a:ext cx="12161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7 j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7498080" y="2331720"/>
            <a:ext cx="1828800" cy="457200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7552944" y="2404872"/>
            <a:ext cx="1719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Gain de temps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3886200" y="2788920"/>
            <a:ext cx="123444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3941064" y="2862072"/>
            <a:ext cx="11247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Premium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120640" y="2788920"/>
            <a:ext cx="105156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5175504" y="2862072"/>
            <a:ext cx="9418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99 €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6172200" y="2788920"/>
            <a:ext cx="132588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6227064" y="2862072"/>
            <a:ext cx="12161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5 j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7498080" y="2788920"/>
            <a:ext cx="182880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7552944" y="2862072"/>
            <a:ext cx="1719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Pilotage avancé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8655518" y="1682015"/>
            <a:ext cx="2834640" cy="2743200"/>
          </a:xfrm>
          <a:prstGeom prst="roundRect">
            <a:avLst>
              <a:gd name="adj" fmla="val 2333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8820110" y="1828319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</a:rPr>
              <a:t>Pourquoi Pro ?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820110" y="2194079"/>
            <a:ext cx="2505456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Bon équilibre budget / délai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Relances mieux cadrées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Mise en place rapide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1097280" y="4919472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</a:rPr>
              <a:t>La formule Pro répond au besoin principal : gagner du temps sans complexifier l’organisation.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</a:rPr>
              <a:t>CORRIGÉ EXERCICE 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</a:rPr>
              <a:t>GreenDesk Pro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31520" y="1170432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Réaménager vos espaces d’accueil avec une solution durable et prête en 15 jours.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818120" y="1005840"/>
            <a:ext cx="2834640" cy="3063240"/>
          </a:xfrm>
          <a:prstGeom prst="rect">
            <a:avLst/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8101584" y="1465326"/>
            <a:ext cx="510235" cy="510235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7959852" y="2629357"/>
            <a:ext cx="2551176" cy="1133399"/>
          </a:xfrm>
          <a:prstGeom prst="chevron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946136" y="3767328"/>
            <a:ext cx="2578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FFFF"/>
                </a:solidFill>
              </a:rPr>
              <a:t>Visuel bureaux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3063240"/>
            <a:ext cx="2514600" cy="1143000"/>
          </a:xfrm>
          <a:prstGeom prst="roundRect">
            <a:avLst>
              <a:gd name="adj" fmla="val 5600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941832" y="3209544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</a:rPr>
              <a:t>Budget cible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1832" y="3575304"/>
            <a:ext cx="218541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8 500 €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0" y="3063240"/>
            <a:ext cx="2514600" cy="1143000"/>
          </a:xfrm>
          <a:prstGeom prst="roundRect">
            <a:avLst>
              <a:gd name="adj" fmla="val 5600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822192" y="3209544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</a:rPr>
              <a:t>Délai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22192" y="3575304"/>
            <a:ext cx="218541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15 jours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37960" y="3063240"/>
            <a:ext cx="1783080" cy="1143000"/>
          </a:xfrm>
          <a:prstGeom prst="roundRect">
            <a:avLst>
              <a:gd name="adj" fmla="val 5600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702552" y="3209544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Espaces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02552" y="3575304"/>
            <a:ext cx="145389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3 zones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486460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155"/>
                </a:solidFill>
              </a:rPr>
              <a:t>Objectif : moderniser l’image de l’entreprise et améliorer l’accueil client.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</a:rPr>
              <a:t>CORRIGÉ EXERCICE 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</a:rPr>
              <a:t>Le besoin client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3246120" cy="3246120"/>
          </a:xfrm>
          <a:prstGeom prst="roundRect">
            <a:avLst>
              <a:gd name="adj" fmla="val 1972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941832" y="1655064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</a:rPr>
              <a:t>Image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41832" y="2020824"/>
            <a:ext cx="2916936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Un accueil plus moderne et cohérent avec la marque employeur.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0" y="1508760"/>
            <a:ext cx="3246120" cy="3246120"/>
          </a:xfrm>
          <a:prstGeom prst="roundRect">
            <a:avLst>
              <a:gd name="adj" fmla="val 1972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645152" y="1655064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</a:rPr>
              <a:t>Confort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45152" y="2020824"/>
            <a:ext cx="2916936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Des espaces pratiques pour recevoir clients et partenaires.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83880" y="1508760"/>
            <a:ext cx="3246120" cy="3246120"/>
          </a:xfrm>
          <a:prstGeom prst="roundRect">
            <a:avLst>
              <a:gd name="adj" fmla="val 1972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8348472" y="1655064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Simplicité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48472" y="2020824"/>
            <a:ext cx="2916936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Une solution claire, installée sans projet lourd.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</a:rPr>
              <a:t>CORRIGÉ EXERCICE 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</a:rPr>
              <a:t>La solution proposée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04672" y="12801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827"/>
                </a:solidFill>
              </a:rPr>
              <a:t>Un pack mobilier + conseil + installation pour équiper 3 espaces en 15 jours.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87552" y="2148840"/>
            <a:ext cx="2011680" cy="530352"/>
          </a:xfrm>
          <a:prstGeom prst="rect">
            <a:avLst/>
          </a:prstGeom>
          <a:solidFill>
            <a:srgbClr val="16A34A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042416" y="222199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FFFFFF"/>
                </a:solidFill>
              </a:rPr>
              <a:t>Espace</a:t>
            </a:r>
            <a:endParaRPr lang="en-US" sz="970" dirty="0"/>
          </a:p>
        </p:txBody>
      </p:sp>
      <p:sp>
        <p:nvSpPr>
          <p:cNvPr id="8" name="Shape 6"/>
          <p:cNvSpPr/>
          <p:nvPr/>
        </p:nvSpPr>
        <p:spPr>
          <a:xfrm>
            <a:off x="2999232" y="2148840"/>
            <a:ext cx="2651760" cy="530352"/>
          </a:xfrm>
          <a:prstGeom prst="rect">
            <a:avLst/>
          </a:prstGeom>
          <a:solidFill>
            <a:srgbClr val="16A34A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054096" y="2221992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FFFFFF"/>
                </a:solidFill>
              </a:rPr>
              <a:t>Besoin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5650992" y="2148840"/>
            <a:ext cx="2194560" cy="530352"/>
          </a:xfrm>
          <a:prstGeom prst="rect">
            <a:avLst/>
          </a:prstGeom>
          <a:solidFill>
            <a:srgbClr val="16A34A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705856" y="2221992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FFFFFF"/>
                </a:solidFill>
              </a:rPr>
              <a:t>Réponse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7845552" y="2148840"/>
            <a:ext cx="2011680" cy="530352"/>
          </a:xfrm>
          <a:prstGeom prst="rect">
            <a:avLst/>
          </a:prstGeom>
          <a:solidFill>
            <a:srgbClr val="16A34A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7900416" y="222199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FFFFFF"/>
                </a:solidFill>
              </a:rPr>
              <a:t>Délai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987552" y="2679192"/>
            <a:ext cx="201168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042416" y="2752344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Accueil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2999232" y="2679192"/>
            <a:ext cx="26517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054096" y="2752344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Première impression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5650992" y="2679192"/>
            <a:ext cx="21945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705856" y="2752344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Banque + fauteuils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7845552" y="2679192"/>
            <a:ext cx="201168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7900416" y="2752344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J+15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987552" y="3209544"/>
            <a:ext cx="2011680" cy="53035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1042416" y="3282696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Réunion 1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2999232" y="3209544"/>
            <a:ext cx="2651760" cy="53035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054096" y="3282696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Rendez-vous client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5650992" y="3209544"/>
            <a:ext cx="2194560" cy="53035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705856" y="3282696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Table + 6 chaises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845552" y="3209544"/>
            <a:ext cx="2011680" cy="53035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7900416" y="3282696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J+15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987552" y="3739896"/>
            <a:ext cx="201168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1042416" y="3813048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Réunion 2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2999232" y="3739896"/>
            <a:ext cx="26517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054096" y="381304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Ateliers internes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5650992" y="3739896"/>
            <a:ext cx="21945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705856" y="3813048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Table modulable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7845552" y="3739896"/>
            <a:ext cx="201168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7900416" y="3813048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J+15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</a:rPr>
              <a:t>CORRIGÉ EXERCICE 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</a:rPr>
              <a:t>Trois bénéfices pour l’entreprise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3108960" cy="3017520"/>
          </a:xfrm>
          <a:prstGeom prst="roundRect">
            <a:avLst>
              <a:gd name="adj" fmla="val 2121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987552" y="1746504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</a:rPr>
              <a:t>Professionnaliser l’accueil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87552" y="2112264"/>
            <a:ext cx="2779776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Le client perçoit immédiatement une organisation soignée.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26280" y="1600200"/>
            <a:ext cx="3108960" cy="3017520"/>
          </a:xfrm>
          <a:prstGeom prst="roundRect">
            <a:avLst>
              <a:gd name="adj" fmla="val 2121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690872" y="1746504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</a:rPr>
              <a:t>Gagner du temps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90872" y="2112264"/>
            <a:ext cx="2779776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Une offre cadrée évite de comparer trop de références.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0" y="1600200"/>
            <a:ext cx="3108960" cy="3017520"/>
          </a:xfrm>
          <a:prstGeom prst="roundRect">
            <a:avLst>
              <a:gd name="adj" fmla="val 2121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8394192" y="1746504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Valoriser l’engagement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94192" y="2112264"/>
            <a:ext cx="2779776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Le mobilier éco-responsable soutient l’image de marque.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</a:rPr>
              <a:t>CORRIGÉ EXERCICE 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</a:rPr>
              <a:t>Une décision simple à valider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14400" y="123444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827"/>
                </a:solidFill>
              </a:rPr>
              <a:t>Prochaine étape : confirmer le périmètre et valider le devis.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520440" y="2359152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534156" y="2363724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831336" y="2331720"/>
            <a:ext cx="48097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Rendez-vous de validation : 30 minutes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3520440" y="2788920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534156" y="2793492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31336" y="2761488"/>
            <a:ext cx="48097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Choix des finitions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3520440" y="3218688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534156" y="3223260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831336" y="3191256"/>
            <a:ext cx="48097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Confirmation du calendrier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3520440" y="3648456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534156" y="3653028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831336" y="3621024"/>
            <a:ext cx="480974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Lancement de la commande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2286000" y="4919472"/>
            <a:ext cx="7589520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487168" y="5074920"/>
            <a:ext cx="7178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Objectif : installation terminée avant le prochain rendez-vous client important.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24D"/>
                </a:solidFill>
              </a:rPr>
              <a:t>CORRECTION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86968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</a:rPr>
              <a:t>Ce qui est attendu, pas un modèle unique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325880" y="1627632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339596" y="1632204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36776" y="1600200"/>
            <a:ext cx="86502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Une idée principale par diapositive.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1325880" y="2057400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339596" y="2061972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36776" y="2029968"/>
            <a:ext cx="86502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Des titres qui disent quelque chose.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1325880" y="2487168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339596" y="2491740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636776" y="2459736"/>
            <a:ext cx="86502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Peu de texte, mais des arguments concrets.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1325880" y="2916936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339596" y="2921508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636776" y="2889504"/>
            <a:ext cx="86502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Des tableaux courts et lisibles.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1325880" y="3346704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1339596" y="3351276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636776" y="3319272"/>
            <a:ext cx="86502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Des images non déformées.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1325880" y="3776472"/>
            <a:ext cx="201168" cy="20116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1339596" y="3781044"/>
            <a:ext cx="17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✓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636776" y="3749040"/>
            <a:ext cx="86502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Un style cohérent jusqu’à l’export PDF.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1325880" y="4709160"/>
            <a:ext cx="8961120" cy="822960"/>
          </a:xfrm>
          <a:prstGeom prst="roundRect">
            <a:avLst>
              <a:gd name="adj" fmla="val 777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1490472" y="4855464"/>
            <a:ext cx="8631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Point formateur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90472" y="5221224"/>
            <a:ext cx="863193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Accepter les variantes si la structure, la lisibilité et le message commercial sont maîtrisés.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Formation PowerPoint - BTS Assistant Commercial / SAM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782</Words>
  <Application>Microsoft Office PowerPoint</Application>
  <PresentationFormat>Grand écran</PresentationFormat>
  <Paragraphs>193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Dossier formation PowerPoint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Exercices PowerPoint BTS</dc:title>
  <dc:subject>Exercices PowerPoint BTS Assistant Commercial / SAM</dc:subject>
  <dc:creator>Formation PowerPoint BTS</dc:creator>
  <cp:lastModifiedBy>josselin boullery</cp:lastModifiedBy>
  <cp:revision>1</cp:revision>
  <dcterms:created xsi:type="dcterms:W3CDTF">2026-05-07T09:09:15Z</dcterms:created>
  <dcterms:modified xsi:type="dcterms:W3CDTF">2026-05-07T09:30:18Z</dcterms:modified>
</cp:coreProperties>
</file>