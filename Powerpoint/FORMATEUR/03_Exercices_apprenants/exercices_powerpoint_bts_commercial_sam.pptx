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apprenant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69951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Exercices PowerPoint professionnels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BTS Assistant Commercial / BTS Support à l’Action Managériale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débutant / faux débutant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658368"/>
            <a:ext cx="3611880" cy="5303520"/>
          </a:xfrm>
          <a:prstGeom prst="rect">
            <a:avLst>
              <a:gd name="adj" fmla="val 253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987552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2487168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3986784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57032" y="125272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1303020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57032" y="275234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802636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57032" y="425196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4302252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1325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Structurer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2825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Mettre en 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43251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Présenter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MODE D’EMPLOI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Ce deck contient 4 exercices progressifs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926080" cy="411480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6362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1. Remettre en forme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929384"/>
            <a:ext cx="2596896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Corriger une diapositive de synthèse client mal présentée : titre, hiérarchie, alignement, contraste.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94760" y="1417320"/>
            <a:ext cx="2926080" cy="411480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9352" y="156362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2. Présenter une entreprise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59352" y="1929384"/>
            <a:ext cx="2596896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Créer une courte présentation d’entreprise fictive en 4 diapositives.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1417320"/>
            <a:ext cx="2926080" cy="411480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156362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3. Présenter une offre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4032" y="1929384"/>
            <a:ext cx="2596896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Construire une diapositive avec image, tableau et arguments de vente.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104120" y="1417320"/>
            <a:ext cx="1417320" cy="41148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68712" y="15636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4. Final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68712" y="1929384"/>
            <a:ext cx="1088136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Argumentaire simple en 5 à 6 slides.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EXERCICE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Remettre en forme une synthèse client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4709160" cy="4526280"/>
          </a:xfrm>
          <a:prstGeom prst="roundRect">
            <a:avLst>
              <a:gd name="adj" fmla="val 1414"/>
            </a:avLst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437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Objectif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929384"/>
            <a:ext cx="4379976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Transformer une diapositive confuse en synthèse lisible et professionnelle après un rendez-vous client.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15000" y="1554480"/>
            <a:ext cx="539496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Gardez les informations importantes.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Créez un titre utile.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Réorganisez en 3 blocs maximum.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Alignez les objets et aérez la diapositive.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Utilisez une palette sobre : 2 ou 3 couleurs.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400507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28716" y="400964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25896" y="3977640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Durée : 25 à 30 min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715000" y="443484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28716" y="443941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25896" y="4407408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Fichier de départ : slide suivante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715000" y="486460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8716" y="486918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25896" y="4837176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Rendu : 1 diapositive corrigée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715000" y="529437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8716" y="529894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25896" y="5266944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Correction : comparer avec le corrigé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56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RDV CLIENT / COMPTE RENDU / URGENT ? Client : NOVALYS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4297680" cy="37490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388620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Compte rendu du rendez-vous client du mardi matin avec Madame Martin qui trouve que le suivi des demandes est trop long et que les assistantes perdent du temps à rechercher les informations dans les e-mails. Elle voudrait une solution simple, mais pas trop chère, pour centraliser les demandes, partager les documents, suivre les relances et améliorer la qualité du service.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Problèmes : délais / infos perdues / relances / satisfaction 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4920" y="960120"/>
            <a:ext cx="1920240" cy="1097280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93792" y="10789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Offre Pack Suivi 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49 €/mois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Mise en place 2 semaines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841248"/>
            <a:ext cx="416052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4928" y="987552"/>
            <a:ext cx="3840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À FAIRE : envoyer proposition + démo + relancer vendredi + vérifier budget + demander nombre d’utilisateurs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2788920"/>
            <a:ext cx="1554480" cy="1554480"/>
          </a:xfrm>
          <a:prstGeom prst="star5">
            <a:avLst/>
          </a:prstGeom>
          <a:solidFill>
            <a:srgbClr val="FDE68A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3401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IMPORTANT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2880360"/>
            <a:ext cx="1097280" cy="320040"/>
          </a:xfrm>
          <a:prstGeom prst="rect">
            <a:avLst/>
          </a:prstGeom>
          <a:solidFill>
            <a:srgbClr val="7C2D12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2944" y="295351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Priorité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595360" y="2880360"/>
            <a:ext cx="1051560" cy="320040"/>
          </a:xfrm>
          <a:prstGeom prst="rect">
            <a:avLst/>
          </a:prstGeom>
          <a:solidFill>
            <a:srgbClr val="7C2D12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0224" y="295351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Besoin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9646920" y="2880360"/>
            <a:ext cx="1051560" cy="320040"/>
          </a:xfrm>
          <a:prstGeom prst="rect">
            <a:avLst/>
          </a:prstGeom>
          <a:solidFill>
            <a:srgbClr val="7C2D12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295351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Réponse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498080" y="3200400"/>
            <a:ext cx="109728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327355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1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595360" y="3200400"/>
            <a:ext cx="10515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0224" y="32735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Suivi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646920" y="3200400"/>
            <a:ext cx="10515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01784" y="32735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Dashboard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498080" y="3520440"/>
            <a:ext cx="109728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35935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2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595360" y="3520440"/>
            <a:ext cx="105156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50224" y="359359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Relances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646920" y="3520440"/>
            <a:ext cx="105156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01784" y="359359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Alertes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498080" y="3840480"/>
            <a:ext cx="109728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391363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3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595360" y="3840480"/>
            <a:ext cx="10515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50224" y="391363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Docs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646920" y="3840480"/>
            <a:ext cx="10515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01784" y="391363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Espace partagé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8580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Consigne : refaire cette diapositive en version claire, lisible, professionnelle.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EXERCICE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Votre zone de travail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731520"/>
          </a:xfrm>
          <a:prstGeom prst="roundRect">
            <a:avLst>
              <a:gd name="adj" fmla="val 75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361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Titre clair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801368"/>
            <a:ext cx="10634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Exemple : Synthèse rendez-vous client - Novalys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333756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542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Bloc 1 : besoin client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5138928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 points maximum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16552" y="2423160"/>
            <a:ext cx="333756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542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Bloc 2 : solution proposée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2856" y="5138928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Offre + bénéfices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11312" y="2423160"/>
            <a:ext cx="333756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2542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Bloc 3 : prochaine étape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7616" y="5138928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Action + délai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Créer une présentation d’entreprise fictive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4754880" cy="4297680"/>
          </a:xfrm>
          <a:prstGeom prst="roundRect">
            <a:avLst>
              <a:gd name="adj" fmla="val 14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Objectif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929384"/>
            <a:ext cx="4425696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Créer une présentation de 4 diapositives pour présenter une entreprise de services à un client potentiel.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15000" y="1572768"/>
            <a:ext cx="53035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Diapo 1 : nom, activité, promesse.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Diapo 2 : problème ou besoin du client.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Diapo 3 : services proposés et bénéfices.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Diapo 4 : contact / prochaine étape.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Ajoutez au moins une image ou un pictogramme.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406908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28716" y="407365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25896" y="4041648"/>
            <a:ext cx="4718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Durée : 35 à 40 min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715000" y="449884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28716" y="450342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25896" y="4471416"/>
            <a:ext cx="4718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Rendu : 4 diapositives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715000" y="492861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8716" y="493318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25896" y="4901184"/>
            <a:ext cx="4718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Sujet : Nova Conseil Services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715000" y="5358384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8716" y="5362956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25896" y="5330952"/>
            <a:ext cx="4718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Niveau attendu : simple et propre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Brief contenu à utiliser : Nova Conseil Services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29000" cy="43434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Entreprise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29384"/>
            <a:ext cx="3099816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Nova Conseil Services accompagne les PME dans l’organisation administrative, la relation client et le suivi commercial.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429000" cy="43434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63624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Cible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929384"/>
            <a:ext cx="3099816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Dirigeants de petites entreprises, responsables commerciaux, cabinets de conseil, agences locales.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6448" y="1417320"/>
            <a:ext cx="3429000" cy="43434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563624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Arguments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1929384"/>
            <a:ext cx="3099816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Gain de temps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Suivi client plus fiable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Relances mieux organisées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Image plus professionnelle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Mise en place rapide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Structure attendue en 4 diapositives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331720" cy="3017520"/>
          </a:xfrm>
          <a:prstGeom prst="roundRect">
            <a:avLst>
              <a:gd name="adj" fmla="val 274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0824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1. Qui sommes-nous 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386584"/>
            <a:ext cx="20025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Nom + promesse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1874520"/>
            <a:ext cx="2331720" cy="3017520"/>
          </a:xfrm>
          <a:prstGeom prst="roundRect">
            <a:avLst>
              <a:gd name="adj" fmla="val 27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020824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2. Besoin client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30752" y="2386584"/>
            <a:ext cx="20025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Problème à résoudre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2331720" cy="3017520"/>
          </a:xfrm>
          <a:prstGeom prst="roundRect">
            <a:avLst>
              <a:gd name="adj" fmla="val 274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020824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3. Notre offre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5392" y="2386584"/>
            <a:ext cx="20025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3 services + bénéfices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35440" y="1874520"/>
            <a:ext cx="2331720" cy="3017520"/>
          </a:xfrm>
          <a:prstGeom prst="roundRect">
            <a:avLst>
              <a:gd name="adj" fmla="val 27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0032" y="2020824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4. Prochaine étape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00032" y="2386584"/>
            <a:ext cx="20025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Contact + action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55321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À vous : créez les 4 diapositives dans un nouveau fichier PowerPoint.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EXERCICE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Présenter une offre de service avec tableau et arguments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4800600" cy="4389120"/>
          </a:xfrm>
          <a:prstGeom prst="roundRect">
            <a:avLst>
              <a:gd name="adj" fmla="val 1458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Objectif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929384"/>
            <a:ext cx="4471416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Construire une diapositive commerciale lisible avec une image, un tableau court et trois arguments de vente.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79008" y="1572768"/>
            <a:ext cx="52578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Sujet : Pack Accueil Client.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Utilisez le tableau de données de la slide suivante.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Gardez seulement les informations utiles.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Ajoutez 3 arguments orientés client.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Soignez l’alignement et la hiérarchie visuelle.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9008" y="41605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2724" y="41650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89904" y="4133088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Durée : 35 à 40 min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779008" y="45902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2724" y="45948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89904" y="4562856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Rendu : 1 à 2 diapositives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779008" y="50200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2724" y="50246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9904" y="4992624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Obligatoire : tableau + visuel + arguments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779008" y="5449824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2724" y="5454396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89904" y="5422392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Export PDF conseillé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EXERCICE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Données source : Pack Accueil Client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828800" cy="566928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81912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Formule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2560320" y="1508760"/>
            <a:ext cx="1325880" cy="566928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581912"/>
            <a:ext cx="12161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Prix / mois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3886200" y="1508760"/>
            <a:ext cx="1645920" cy="566928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41064" y="1581912"/>
            <a:ext cx="1536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Délai mise en place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532120" y="1508760"/>
            <a:ext cx="2057400" cy="566928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86984" y="1581912"/>
            <a:ext cx="1947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Inclus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589520" y="1508760"/>
            <a:ext cx="2926080" cy="566928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1581912"/>
            <a:ext cx="2816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Bénéfice client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31520" y="2075688"/>
            <a:ext cx="1828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148840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Essentiel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560320" y="2075688"/>
            <a:ext cx="13258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2148840"/>
            <a:ext cx="12161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39 €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886200" y="2075688"/>
            <a:ext cx="16459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41064" y="2148840"/>
            <a:ext cx="1536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10 jours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532120" y="2075688"/>
            <a:ext cx="2057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6984" y="2148840"/>
            <a:ext cx="1947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Modèle e-mail + tableau suivi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589520" y="2075688"/>
            <a:ext cx="29260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4384" y="2148840"/>
            <a:ext cx="2816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Suivi plus clair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31520" y="2642616"/>
            <a:ext cx="182880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271576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Pro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560320" y="2642616"/>
            <a:ext cx="132588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15184" y="2715768"/>
            <a:ext cx="12161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69 €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886200" y="2642616"/>
            <a:ext cx="164592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41064" y="2715768"/>
            <a:ext cx="1536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7 jours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532120" y="2642616"/>
            <a:ext cx="205740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6984" y="2715768"/>
            <a:ext cx="1947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Tableau + scripts + relances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589520" y="2642616"/>
            <a:ext cx="292608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2715768"/>
            <a:ext cx="2816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Gain de temps équipe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31520" y="3209544"/>
            <a:ext cx="1828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3282696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Premium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560320" y="3209544"/>
            <a:ext cx="13258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15184" y="3282696"/>
            <a:ext cx="12161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99 €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886200" y="3209544"/>
            <a:ext cx="16459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41064" y="3282696"/>
            <a:ext cx="1536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5 jours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532120" y="3209544"/>
            <a:ext cx="2057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86984" y="3282696"/>
            <a:ext cx="1947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Pack Pro + tableau de bord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589520" y="3209544"/>
            <a:ext cx="29260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44384" y="3282696"/>
            <a:ext cx="2816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Pilotage commercial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914400" y="4160520"/>
            <a:ext cx="9921240" cy="1234440"/>
          </a:xfrm>
          <a:prstGeom prst="roundRect">
            <a:avLst>
              <a:gd name="adj" fmla="val 5185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4306824"/>
            <a:ext cx="9592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Consigne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78992" y="4672584"/>
            <a:ext cx="95920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Créez une diapositive qui recommande une formule à un client PME. Le titre doit annoncer la recommandation, pas seulement décrire le tableau.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EXERCICE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Votre zone de travail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2708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4475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Titre recommandation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18488"/>
            <a:ext cx="10634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Exemple : La formule Pro répond au besoin de suivi rapide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834640" cy="3474720"/>
          </a:xfrm>
          <a:prstGeom prst="roundRect">
            <a:avLst>
              <a:gd name="adj" fmla="val 1935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3591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Visuel ou pictogramme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536752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Image / icône / forme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2240280"/>
            <a:ext cx="3657600" cy="3474720"/>
          </a:xfrm>
          <a:prstGeom prst="roundRect">
            <a:avLst>
              <a:gd name="adj" fmla="val 1579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23591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Tableau court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95344" y="53675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 ou 4 lignes lisibles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680960" y="2240280"/>
            <a:ext cx="3886200" cy="3474720"/>
          </a:xfrm>
          <a:prstGeom prst="roundRect">
            <a:avLst>
              <a:gd name="adj" fmla="val 1579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27264" y="235915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3 arguments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27264" y="5367528"/>
            <a:ext cx="3593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Orientés client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Construire un argumentaire commercial simple en 5 à 6 diapositives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4846320" cy="4480560"/>
          </a:xfrm>
          <a:prstGeom prst="roundRect">
            <a:avLst>
              <a:gd name="adj" fmla="val 142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Objectif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929384"/>
            <a:ext cx="4517136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Créer une mini-présentation professionnelle pour convaincre un client ou préparer un rendez-vous.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1572768"/>
            <a:ext cx="525780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5 à 6 diapositives.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Une idée principale par diapositive.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Au moins une image ou icône.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Au moins un tableau ou graphique simple.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Style cohérent.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Export PDF à la fin.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06440" y="427939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20156" y="428396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17336" y="4251960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Durée : 50 à 60 min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806440" y="470916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20156" y="471373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17336" y="4681728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Présentation orale : 2 min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806440" y="513892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0156" y="514350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17336" y="5111496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Sujet : GreenDesk Pro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806440" y="556869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0156" y="557326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17336" y="5541264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Correction avec grille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Brief client : GreenDesk Pro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383280" cy="443484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Contexte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837944"/>
            <a:ext cx="3054096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Une PME de 45 salariés veut réaménager son espace d’accueil et deux salles de réunion. Elle cherche une solution professionnelle, durable et simple à mettre en place.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443484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472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Offre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837944"/>
            <a:ext cx="3054096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GreenDesk Pro propose du mobilier de bureau éco-responsable, une installation rapide et un accompagnement dans le choix des produits.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19872" y="1325880"/>
            <a:ext cx="3383280" cy="443484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472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Données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84464" y="1837944"/>
            <a:ext cx="3054096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Délai : 15 jours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Budget cible : 8 500 €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3 espaces à équiper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Argument clé : image moderne et responsable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 - DIAPO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Titre + accroche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078992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9047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Titre + accroche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5504688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Nom de l’offre, promesse claire, visuel simple.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55595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55641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71016" y="5532120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60120" y="59893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" y="59938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71016" y="5961888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Texte court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64190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" y="64236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71016" y="6391656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Alignement propre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68488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" y="68534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71016" y="6821424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Style cohérent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 - DIAPO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Besoin client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078992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9047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Besoin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5504688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Problème à résoudre : image, confort, organisation.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55595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55641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71016" y="5532120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60120" y="59893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" y="59938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71016" y="5961888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Texte court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64190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" y="64236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71016" y="6391656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Alignement propre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68488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" y="68534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71016" y="6821424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Style cohérent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 - DIAPO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Solution proposée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078992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9047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Solution proposée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5504688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Ce que GreenDesk Pro apporte concrètement.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55595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55641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71016" y="5532120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60120" y="59893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" y="59938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71016" y="5961888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Texte court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64190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" y="64236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71016" y="6391656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Alignement propre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68488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" y="68534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71016" y="6821424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Style cohérent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 - DIAPO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Arguments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078992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9047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Arguments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5504688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 bénéfices client avec icônes ou formes.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55595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55641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71016" y="5532120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60120" y="59893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" y="59938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71016" y="5961888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Texte court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64190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" y="64236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71016" y="6391656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Alignement propre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68488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" y="68534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71016" y="6821424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Style cohérent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 - DIAPO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Donnée / preuve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078992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9047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Donnée / preuve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5504688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Tableau simple : espaces, besoin, réponse, délai.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55595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55641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71016" y="5532120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60120" y="59893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" y="59938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71016" y="5961888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Texte court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64190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" y="64236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71016" y="6391656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Alignement propre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68488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" y="68534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71016" y="6821424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Style cohérent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EXERCICE FINAL - DIAPO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Conclusion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078992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9047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5504688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Prochaine étape : rendez-vous, devis, validation.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55595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55641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71016" y="5532120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60120" y="59893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" y="59938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71016" y="5961888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Texte court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64190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" y="64236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71016" y="6391656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Alignement propre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68488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" y="68534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71016" y="6821424"/>
            <a:ext cx="9564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Style cohérent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Dossier formation PowerPoint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Exercices PowerPoint BTS</dc:title>
  <dc:subject>Exercices PowerPoint BTS Assistant Commercial / SAM</dc:subject>
  <dc:creator>Formation PowerPoint BTS</dc:creator>
  <cp:lastModifiedBy>Formation PowerPoint BTS</cp:lastModifiedBy>
  <cp:revision>1</cp:revision>
  <dcterms:created xsi:type="dcterms:W3CDTF">2026-05-07T09:09:15Z</dcterms:created>
  <dcterms:modified xsi:type="dcterms:W3CDTF">2026-05-07T09:09:15Z</dcterms:modified>
</cp:coreProperties>
</file>