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3" r:id="rId3"/>
    <p:sldId id="264" r:id="rId4"/>
    <p:sldId id="269" r:id="rId5"/>
    <p:sldId id="259" r:id="rId6"/>
    <p:sldId id="270" r:id="rId7"/>
    <p:sldId id="266" r:id="rId8"/>
    <p:sldId id="260" r:id="rId9"/>
    <p:sldId id="267" r:id="rId10"/>
  </p:sldIdLst>
  <p:sldSz cx="12192000" cy="6858000"/>
  <p:notesSz cx="6858000" cy="9144000"/>
  <p:defaultTextStyle>
    <a:defPPr>
      <a:defRPr lang="fr-FR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1AE"/>
    <a:srgbClr val="FEF5A4"/>
    <a:srgbClr val="FDE503"/>
    <a:srgbClr val="E48312"/>
    <a:srgbClr val="151515"/>
    <a:srgbClr val="303030"/>
    <a:srgbClr val="D4D4D4"/>
    <a:srgbClr val="C5C2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43" autoAdjust="0"/>
    <p:restoredTop sz="90886" autoAdjust="0"/>
  </p:normalViewPr>
  <p:slideViewPr>
    <p:cSldViewPr>
      <p:cViewPr varScale="1">
        <p:scale>
          <a:sx n="75" d="100"/>
          <a:sy n="75" d="100"/>
        </p:scale>
        <p:origin x="1253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5" d="100"/>
          <a:sy n="35" d="100"/>
        </p:scale>
        <p:origin x="-155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D4E34-3BBD-496A-8A3C-1755903CE470}" type="datetimeFigureOut">
              <a:rPr lang="fr-FR" smtClean="0"/>
              <a:t>06/06/2021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82185-BBAE-4C83-8018-099954398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852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93C2C-866C-4176-940F-52D36CA34284}" type="datetimeFigureOut">
              <a:rPr lang="fr-FR" smtClean="0"/>
              <a:t>06/06/2021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B6132-1B84-4304-9CA5-73471A89A9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734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B6132-1B84-4304-9CA5-73471A89A9E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648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B6132-1B84-4304-9CA5-73471A89A9E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31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B6132-1B84-4304-9CA5-73471A89A9E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4128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B6132-1B84-4304-9CA5-73471A89A9E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29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Titr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24E2-0D6E-4EE7-A9BC-6DC9F61DE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824" y="661293"/>
            <a:ext cx="7740352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78C3-AF1B-4640-9A86-A6BB7FE5B7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4096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EE292-5A4A-403F-AF29-E99CE55E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AC78-C815-4139-B49C-CE5A48FE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45C2-CBA0-41DD-B16C-5A84A8B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41729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Titre - Phot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EE292-5A4A-403F-AF29-E99CE55E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AC78-C815-4139-B49C-CE5A48FE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45C2-CBA0-41DD-B16C-5A84A8B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624E2-0D6E-4EE7-A9BC-6DC9F61DE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2247987"/>
            <a:ext cx="4114800" cy="2387600"/>
          </a:xfrm>
        </p:spPr>
        <p:txBody>
          <a:bodyPr anchor="b">
            <a:norm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78C3-AF1B-4640-9A86-A6BB7FE5B7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38600" y="4677724"/>
            <a:ext cx="4114800" cy="839508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4676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titre - Photo1 (Clai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EE292-5A4A-403F-AF29-E99CE55E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AC78-C815-4139-B49C-CE5A48FE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45C2-CBA0-41DD-B16C-5A84A8B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624E2-0D6E-4EE7-A9BC-6DC9F61DE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2247987"/>
            <a:ext cx="4114800" cy="2387600"/>
          </a:xfrm>
        </p:spPr>
        <p:txBody>
          <a:bodyPr anchor="b">
            <a:norm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78C3-AF1B-4640-9A86-A6BB7FE5B7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38600" y="4677724"/>
            <a:ext cx="4114800" cy="839508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73881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24E2-0D6E-4EE7-A9BC-6DC9F61DE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824" y="661293"/>
            <a:ext cx="7740352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78C3-AF1B-4640-9A86-A6BB7FE5B7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4096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EE292-5A4A-403F-AF29-E99CE55E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AC78-C815-4139-B49C-CE5A48FE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45C2-CBA0-41DD-B16C-5A84A8B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33352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Titre - Photo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24E2-0D6E-4EE7-A9BC-6DC9F61DE3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dirty="0"/>
              <a:t>Cliquez pour modifier le style de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78C3-AF1B-4640-9A86-A6BB7FE5B7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EE292-5A4A-403F-AF29-E99CE55E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AC78-C815-4139-B49C-CE5A48FE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45C2-CBA0-41DD-B16C-5A84A8B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4183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24E2-0D6E-4EE7-A9BC-6DC9F61DE3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dirty="0"/>
              <a:t>Cliquez pour modifier le style de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78C3-AF1B-4640-9A86-A6BB7FE5B7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EE292-5A4A-403F-AF29-E99CE55E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AC78-C815-4139-B49C-CE5A48FE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45C2-CBA0-41DD-B16C-5A84A8B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80800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E831-A3B9-4C4A-B5E4-FDB5CE9D2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Cliquez pour modifier le style de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341DE-7CD9-4174-8D57-A601D0B300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132856"/>
            <a:ext cx="10515600" cy="4044106"/>
          </a:xfrm>
        </p:spPr>
        <p:txBody>
          <a:bodyPr/>
          <a:lstStyle>
            <a:lvl1pPr>
              <a:defRPr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AD4A-07D3-455F-9C6A-5D8332D1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0746E-C061-4D99-AA02-B2F40BD3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C427-481A-4056-81DC-D3D394E5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09267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-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E831-A3B9-4C4A-B5E4-FDB5CE9D2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4802" y="365127"/>
            <a:ext cx="9628999" cy="1325563"/>
          </a:xfrm>
        </p:spPr>
        <p:txBody>
          <a:bodyPr/>
          <a:lstStyle/>
          <a:p>
            <a:r>
              <a:rPr lang="fr-FR" dirty="0"/>
              <a:t>Cliquez pour modifier le style de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341DE-7CD9-4174-8D57-A601D0B300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132856"/>
            <a:ext cx="10515600" cy="4044106"/>
          </a:xfrm>
        </p:spPr>
        <p:txBody>
          <a:bodyPr/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AD4A-07D3-455F-9C6A-5D8332D1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0746E-C061-4D99-AA02-B2F40BD3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C427-481A-4056-81DC-D3D394E5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ABD82E82-27C2-405F-BC4E-895206B92A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554" y="464170"/>
            <a:ext cx="1163047" cy="1127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4050" b="1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171450" lvl="0" indent="-171450">
              <a:spcBef>
                <a:spcPct val="0"/>
              </a:spcBef>
            </a:pPr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75406204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- Chapitre (Clai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E831-A3B9-4C4A-B5E4-FDB5CE9D2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4802" y="365127"/>
            <a:ext cx="9628999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Cliquez pour modifier le style de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341DE-7CD9-4174-8D57-A601D0B300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132856"/>
            <a:ext cx="10515600" cy="404410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AD4A-07D3-455F-9C6A-5D8332D1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0746E-C061-4D99-AA02-B2F40BD3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C427-481A-4056-81DC-D3D394E5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ABD82E82-27C2-405F-BC4E-895206B92A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554" y="464170"/>
            <a:ext cx="1163047" cy="1127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4050" b="1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marL="171450" lvl="0" indent="-171450">
              <a:spcBef>
                <a:spcPct val="0"/>
              </a:spcBef>
            </a:pPr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3232898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En-Tê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12109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En-Tête - (Clai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01742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En-Tête - Phot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04702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En-Tête- Phot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03031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En-Tête - Photo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0918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En-Tête - Photo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06EB17-4106-4F9E-89A6-348EF00A38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7969" y="0"/>
            <a:ext cx="6384033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098" y="6356352"/>
            <a:ext cx="1322391" cy="365125"/>
          </a:xfrm>
        </p:spPr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03512" y="6356352"/>
            <a:ext cx="3891787" cy="365125"/>
          </a:xfrm>
        </p:spPr>
        <p:txBody>
          <a:bodyPr/>
          <a:lstStyle>
            <a:lvl1pPr algn="r">
              <a:defRPr/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86011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En-Tête - Photo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06EB17-4106-4F9E-89A6-348EF00A38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384033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90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098" y="6356352"/>
            <a:ext cx="1322391" cy="365125"/>
          </a:xfrm>
        </p:spPr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03512" y="6356352"/>
            <a:ext cx="3891787" cy="365125"/>
          </a:xfrm>
        </p:spPr>
        <p:txBody>
          <a:bodyPr/>
          <a:lstStyle>
            <a:lvl1pPr algn="r">
              <a:defRPr/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94067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En-Tête - Photo en b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2461AC-B281-40AE-A257-BD2F97623B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2738"/>
            <a:ext cx="12192000" cy="4005262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7971E5-7349-4B4C-89E8-BDA021E05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1709740"/>
            <a:ext cx="4114799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33A05C9-A2CD-4D32-949B-C49DAC704E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2" y="4589465"/>
            <a:ext cx="4114799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5872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En-Tê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94185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En-Tê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D25C-66E5-4F53-AA69-EDB830937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5E7F-DB0C-42F3-9FF1-86C17191ED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897A-5DCC-400B-B196-7E816796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0F4-EF07-41F2-BB11-C291CB1A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6568-E4B6-41E2-BEEB-6D9A3658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43553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2A30-61F8-4104-85E9-D001D06E0E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E5A5-270D-41E0-B338-C1DA86E5494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2857"/>
            <a:ext cx="5181600" cy="4044107"/>
          </a:xfrm>
        </p:spPr>
        <p:txBody>
          <a:bodyPr/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639D8-C12C-4075-AFC9-0643483CF1A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132857"/>
            <a:ext cx="5181600" cy="4044107"/>
          </a:xfrm>
        </p:spPr>
        <p:txBody>
          <a:bodyPr/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1BECB-64B5-4FF3-9D67-7DD34341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5FB2-A1F9-40A2-936D-2254B87D2B49}" type="datetime1">
              <a:rPr lang="fr-FR" smtClean="0"/>
              <a:t>06/06/2021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FAD61-1E99-4371-B51A-6A94E8AB3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A34A-FC88-43D3-A292-04FFD549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64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warp dir="in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2A30-61F8-4104-85E9-D001D06E0E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E5A5-270D-41E0-B338-C1DA86E5494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2857"/>
            <a:ext cx="5181600" cy="4044107"/>
          </a:xfrm>
        </p:spPr>
        <p:txBody>
          <a:bodyPr/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639D8-C12C-4075-AFC9-0643483CF1A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132857"/>
            <a:ext cx="5181600" cy="4044107"/>
          </a:xfrm>
        </p:spPr>
        <p:txBody>
          <a:bodyPr/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1BECB-64B5-4FF3-9D67-7DD34341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FAD61-1E99-4371-B51A-6A94E8AB3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A34A-FC88-43D3-A292-04FFD549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60430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DD21-EA3D-429A-8808-5F83EA2FF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C34F1-A2BC-44AF-B07C-7A5BF76648D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C6105-449E-4C42-95FD-206F661479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637EE-41A5-4696-BBA3-1C3141F6FAB1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fr-FR" dirty="0"/>
              <a:t>Cliquez pour modifier le sous-titre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4F8E8-D22B-4A3E-AED9-3E1D9CD9B42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80910-07E7-4195-BA8B-27178CD0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4E3D-32ED-41BB-8854-DFEB3962B614}" type="datetime1">
              <a:rPr lang="fr-FR" smtClean="0"/>
              <a:t>06/06/2021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158A7-4537-428C-AE96-600F9071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F28B1-B75A-4358-BE90-409081AA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600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warp dir="in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eu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2938-EF95-4CB9-8B62-4A048E0B0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15BB7-4595-4B5D-9730-BD9C35E7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A8F67-D004-431B-BF17-8EC7C7CC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10282-0AD5-4004-B68F-C97D8EF5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49332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B1371-D999-4596-99D3-4DF32607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pour modifier le style de titre 
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8ADF3-23B9-4D2D-9652-8FD88A8F3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0847"/>
            <a:ext cx="10515600" cy="411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Premier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Troisième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Quatrième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Cinquième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0D980-5CB4-42CE-99CF-A8114F49E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B7649EF-05CB-4013-9695-A906FEEC2344}" type="datetime1">
              <a:rPr lang="fr-FR" smtClean="0"/>
              <a:t>06/06/2021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06BCC-AE84-4505-A903-D9967DD94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754D9-607B-4A5A-A969-B3B81F333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A3605E0-F06B-4FA6-BD7B-F0B15293A4E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83F006-1434-4427-9164-A20D11AC35E5}"/>
              </a:ext>
            </a:extLst>
          </p:cNvPr>
          <p:cNvSpPr/>
          <p:nvPr/>
        </p:nvSpPr>
        <p:spPr>
          <a:xfrm rot="5400000">
            <a:off x="11809165" y="5823007"/>
            <a:ext cx="1430200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127225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</p:sldLayoutIdLst>
  <mc:AlternateContent xmlns:mc="http://schemas.openxmlformats.org/markup-compatibility/2006" xmlns:p14="http://schemas.microsoft.com/office/powerpoint/2010/main">
    <mc:Choice Requires="p14">
      <p:transition spd="slow">
        <p14:warp dir="in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fr-FR" sz="8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fr-FR" sz="3200" dirty="0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86F2F5-9997-431B-999E-F49642AC15A8}"/>
              </a:ext>
            </a:extLst>
          </p:cNvPr>
          <p:cNvSpPr txBox="1"/>
          <p:nvPr/>
        </p:nvSpPr>
        <p:spPr>
          <a:xfrm>
            <a:off x="3935760" y="5301208"/>
            <a:ext cx="6321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Recette des crêpes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87C887E-6E6B-4273-AC02-9E61CD4A1941}"/>
              </a:ext>
            </a:extLst>
          </p:cNvPr>
          <p:cNvSpPr txBox="1"/>
          <p:nvPr/>
        </p:nvSpPr>
        <p:spPr>
          <a:xfrm>
            <a:off x="3935760" y="5762615"/>
            <a:ext cx="6321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Méthodologie et exemples de présentations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487449"/>
      </p:ext>
    </p:extLst>
  </p:cSld>
  <p:clrMapOvr>
    <a:masterClrMapping/>
  </p:clrMapOvr>
  <p:transition spd="slow" advTm="9982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FE615B-A1D0-4AFC-BB38-BFAAC103A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7655" y="2127629"/>
            <a:ext cx="3610000" cy="4044107"/>
          </a:xfrm>
        </p:spPr>
        <p:txBody>
          <a:bodyPr>
            <a:normAutofit/>
          </a:bodyPr>
          <a:lstStyle/>
          <a:p>
            <a:endParaRPr lang="fr-FR" sz="36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264C93-C50F-490F-B189-7F731F95C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43800" y="2150012"/>
            <a:ext cx="3610000" cy="4044107"/>
          </a:xfrm>
        </p:spPr>
        <p:txBody>
          <a:bodyPr>
            <a:normAutofit/>
          </a:bodyPr>
          <a:lstStyle/>
          <a:p>
            <a:endParaRPr lang="fr-FR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7C0854-5F72-4AD7-BF3C-BDEFB604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>
                <a:solidFill>
                  <a:schemeClr val="tx1"/>
                </a:solidFill>
              </a:rPr>
              <a:t>2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95F1C3-A293-42B7-BC06-0E9DDD7CB7A7}"/>
              </a:ext>
            </a:extLst>
          </p:cNvPr>
          <p:cNvSpPr txBox="1"/>
          <p:nvPr/>
        </p:nvSpPr>
        <p:spPr>
          <a:xfrm>
            <a:off x="5376528" y="1973165"/>
            <a:ext cx="2952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Ustensiles</a:t>
            </a:r>
            <a:endParaRPr lang="fr-FR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6486B8B6-B8F1-413B-89CD-1B96AC20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655" y="365127"/>
            <a:ext cx="10496145" cy="1325563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F38B894-55AF-4876-B8CA-3C15C9B86DCB}"/>
              </a:ext>
            </a:extLst>
          </p:cNvPr>
          <p:cNvSpPr txBox="1"/>
          <p:nvPr/>
        </p:nvSpPr>
        <p:spPr>
          <a:xfrm>
            <a:off x="5450072" y="2389150"/>
            <a:ext cx="12961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Outils :</a:t>
            </a:r>
          </a:p>
          <a:p>
            <a:r>
              <a:rPr lang="fr-FR" dirty="0"/>
              <a:t>Fouet</a:t>
            </a:r>
          </a:p>
          <a:p>
            <a:r>
              <a:rPr lang="fr-FR" dirty="0"/>
              <a:t>Louche</a:t>
            </a:r>
          </a:p>
          <a:p>
            <a:r>
              <a:rPr lang="fr-FR" dirty="0"/>
              <a:t>Spatule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82BA306-983E-41A0-8896-9024C17BAD10}"/>
              </a:ext>
            </a:extLst>
          </p:cNvPr>
          <p:cNvSpPr txBox="1"/>
          <p:nvPr/>
        </p:nvSpPr>
        <p:spPr>
          <a:xfrm>
            <a:off x="5450072" y="3717032"/>
            <a:ext cx="63210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Récipients :</a:t>
            </a:r>
          </a:p>
          <a:p>
            <a:r>
              <a:rPr lang="fr-FR" dirty="0"/>
              <a:t>Saladier</a:t>
            </a:r>
          </a:p>
          <a:p>
            <a:r>
              <a:rPr lang="fr-FR" dirty="0"/>
              <a:t>Poêle</a:t>
            </a:r>
          </a:p>
          <a:p>
            <a:r>
              <a:rPr lang="fr-FR" dirty="0"/>
              <a:t>Une grande</a:t>
            </a:r>
          </a:p>
          <a:p>
            <a:r>
              <a:rPr lang="fr-FR" dirty="0"/>
              <a:t>Une petite</a:t>
            </a:r>
          </a:p>
        </p:txBody>
      </p:sp>
    </p:spTree>
    <p:extLst>
      <p:ext uri="{BB962C8B-B14F-4D97-AF65-F5344CB8AC3E}">
        <p14:creationId xmlns:p14="http://schemas.microsoft.com/office/powerpoint/2010/main" val="21676439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717A5482-43CE-4178-893C-B5135C270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fr-FR" dirty="0"/>
              <a:t>Ingrédients</a:t>
            </a:r>
          </a:p>
        </p:txBody>
      </p:sp>
      <p:sp>
        <p:nvSpPr>
          <p:cNvPr id="8" name="Espace réservé du numéro de diapositive 2">
            <a:extLst>
              <a:ext uri="{FF2B5EF4-FFF2-40B4-BE49-F238E27FC236}">
                <a16:creationId xmlns:a16="http://schemas.microsoft.com/office/drawing/2014/main" id="{1DB47D08-E9CB-4D41-9580-AB27669F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7A3605E0-F06B-4FA6-BD7B-F0B15293A4E1}" type="slidenum">
              <a:rPr lang="fr-FR" smtClean="0">
                <a:solidFill>
                  <a:schemeClr val="tx1"/>
                </a:solidFill>
              </a:rPr>
              <a:t>3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EF32A4-5D9D-457F-9CA9-BD964A94B248}"/>
              </a:ext>
            </a:extLst>
          </p:cNvPr>
          <p:cNvSpPr txBox="1"/>
          <p:nvPr/>
        </p:nvSpPr>
        <p:spPr>
          <a:xfrm>
            <a:off x="5231904" y="3529250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Créer un tableau ici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888519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EAB4780-FAF0-4E1B-AB5E-8136D75D9B02}"/>
              </a:ext>
            </a:extLst>
          </p:cNvPr>
          <p:cNvSpPr txBox="1"/>
          <p:nvPr/>
        </p:nvSpPr>
        <p:spPr>
          <a:xfrm>
            <a:off x="2855640" y="1700808"/>
            <a:ext cx="6984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Créer une slide Section à En-Tête photo à droite</a:t>
            </a:r>
          </a:p>
          <a:p>
            <a:endParaRPr lang="fr-FR" dirty="0"/>
          </a:p>
          <a:p>
            <a:r>
              <a:rPr lang="fr-FR" dirty="0"/>
              <a:t>Titre: Méthodologie</a:t>
            </a:r>
          </a:p>
          <a:p>
            <a:r>
              <a:rPr lang="fr-FR" dirty="0"/>
              <a:t>Sous-Titre: Où la magie opère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754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1384" y="13828"/>
            <a:ext cx="3601616" cy="1325563"/>
          </a:xfrm>
        </p:spPr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>
                <a:solidFill>
                  <a:schemeClr val="tx1"/>
                </a:solidFill>
              </a:rPr>
              <a:t>5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AE03F5D-E014-45D4-BAC1-CE017FA9F9A7}"/>
              </a:ext>
            </a:extLst>
          </p:cNvPr>
          <p:cNvSpPr txBox="1"/>
          <p:nvPr/>
        </p:nvSpPr>
        <p:spPr>
          <a:xfrm>
            <a:off x="5231904" y="763108"/>
            <a:ext cx="632011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Mélanger les ingrédients secs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8AD366D-0CB8-4F06-A9FC-9BF2A1E80EF8}"/>
              </a:ext>
            </a:extLst>
          </p:cNvPr>
          <p:cNvSpPr txBox="1"/>
          <p:nvPr/>
        </p:nvSpPr>
        <p:spPr>
          <a:xfrm>
            <a:off x="5246349" y="1114378"/>
            <a:ext cx="632011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Incorporer les œufs et le beurre fondu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DAC56C9-9859-4A17-800E-052B6CB82CB5}"/>
              </a:ext>
            </a:extLst>
          </p:cNvPr>
          <p:cNvSpPr txBox="1"/>
          <p:nvPr/>
        </p:nvSpPr>
        <p:spPr>
          <a:xfrm>
            <a:off x="5159896" y="1499337"/>
            <a:ext cx="6320116" cy="687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Diluer avec</a:t>
            </a:r>
          </a:p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le lait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03A4F1C-5915-4690-9921-2C006746AADB}"/>
              </a:ext>
            </a:extLst>
          </p:cNvPr>
          <p:cNvSpPr txBox="1"/>
          <p:nvPr/>
        </p:nvSpPr>
        <p:spPr>
          <a:xfrm>
            <a:off x="5159896" y="2154445"/>
            <a:ext cx="632011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b="0" kern="1200" dirty="0">
                <a:latin typeface="+mn-lt"/>
              </a:rPr>
              <a:t>Cuire à la poêle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9B0753A-8C95-4FDA-BF3D-E48380B84088}"/>
              </a:ext>
            </a:extLst>
          </p:cNvPr>
          <p:cNvSpPr txBox="1"/>
          <p:nvPr/>
        </p:nvSpPr>
        <p:spPr>
          <a:xfrm>
            <a:off x="2639616" y="3284984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Çréer</a:t>
            </a:r>
            <a:r>
              <a:rPr lang="fr-FR" dirty="0"/>
              <a:t> un SmartArt pour la méthodologie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3464724"/>
      </p:ext>
    </p:extLst>
  </p:cSld>
  <p:clrMapOvr>
    <a:masterClrMapping/>
  </p:clrMapOvr>
  <p:transition spd="slow" advTm="8144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EAB4780-FAF0-4E1B-AB5E-8136D75D9B02}"/>
              </a:ext>
            </a:extLst>
          </p:cNvPr>
          <p:cNvSpPr txBox="1"/>
          <p:nvPr/>
        </p:nvSpPr>
        <p:spPr>
          <a:xfrm>
            <a:off x="2855640" y="1700808"/>
            <a:ext cx="6984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Créer une slide Section à En-Tête photo à gauche</a:t>
            </a:r>
          </a:p>
          <a:p>
            <a:endParaRPr lang="fr-FR" dirty="0"/>
          </a:p>
          <a:p>
            <a:r>
              <a:rPr lang="fr-FR" dirty="0"/>
              <a:t>Titre: Exemples de présentations</a:t>
            </a:r>
          </a:p>
          <a:p>
            <a:r>
              <a:rPr lang="fr-FR" dirty="0"/>
              <a:t>Sous-Titre: Attention les yeux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1193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952C0D3-88EE-4069-A5DC-6B2C6FFA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présentations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3789E5-26FA-43AF-9809-C99CA486E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Attention les yeux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12BEFB-1CF4-4DAE-848C-6A73C36A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>
                <a:solidFill>
                  <a:schemeClr val="tx1"/>
                </a:solidFill>
              </a:rPr>
              <a:pPr/>
              <a:t>7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446959"/>
      </p:ext>
    </p:extLst>
  </p:cSld>
  <p:clrMapOvr>
    <a:masterClrMapping/>
  </p:clrMapOvr>
  <p:transition spd="med">
    <p:pull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8534400" y="6469057"/>
            <a:ext cx="2133600" cy="365125"/>
          </a:xfrm>
        </p:spPr>
        <p:txBody>
          <a:bodyPr/>
          <a:lstStyle/>
          <a:p>
            <a:fld id="{7A3605E0-F06B-4FA6-BD7B-F0B15293A4E1}" type="slidenum">
              <a:rPr lang="fr-FR" smtClean="0">
                <a:solidFill>
                  <a:schemeClr val="tx1"/>
                </a:solidFill>
              </a:rPr>
              <a:t>8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D770C08-5CC9-43E9-B68A-3B3E957C4A71}"/>
              </a:ext>
            </a:extLst>
          </p:cNvPr>
          <p:cNvSpPr txBox="1"/>
          <p:nvPr/>
        </p:nvSpPr>
        <p:spPr>
          <a:xfrm>
            <a:off x="4583832" y="476672"/>
            <a:ext cx="6320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Exemples de présentations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4B88A23-0584-4567-8317-606F87680491}"/>
              </a:ext>
            </a:extLst>
          </p:cNvPr>
          <p:cNvSpPr txBox="1"/>
          <p:nvPr/>
        </p:nvSpPr>
        <p:spPr>
          <a:xfrm>
            <a:off x="4511824" y="2060848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Insérer des photos, les aligner, les distribuer et en rogner au moins une.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8204725"/>
      </p:ext>
    </p:extLst>
  </p:cSld>
  <p:clrMapOvr>
    <a:masterClrMapping/>
  </p:clrMapOvr>
  <p:transition spd="slow" advTm="13444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05E0-F06B-4FA6-BD7B-F0B15293A4E1}" type="slidenum">
              <a:rPr lang="fr-FR" smtClean="0">
                <a:solidFill>
                  <a:schemeClr val="tx1"/>
                </a:solidFill>
              </a:rPr>
              <a:t>9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DC48BEE1-CA47-47F4-BEA6-24A1E400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3828"/>
            <a:ext cx="7776864" cy="1325563"/>
          </a:xfrm>
        </p:spPr>
        <p:txBody>
          <a:bodyPr>
            <a:normAutofit/>
          </a:bodyPr>
          <a:lstStyle/>
          <a:p>
            <a:r>
              <a:rPr lang="fr-FR" dirty="0"/>
              <a:t>Attention: pratique à hauts risques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3E070B5-8676-4740-8B19-B3E5009C9E49}"/>
              </a:ext>
            </a:extLst>
          </p:cNvPr>
          <p:cNvSpPr txBox="1"/>
          <p:nvPr/>
        </p:nvSpPr>
        <p:spPr>
          <a:xfrm>
            <a:off x="1744959" y="3573016"/>
            <a:ext cx="7957296" cy="66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white"/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Créer un graphique (avec les données fournies dans le tableau 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excel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ayant pour titre: Prise de poids en fonction de la quantité de crêpes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01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761">
        <p:fade/>
      </p:transition>
    </mc:Choice>
    <mc:Fallback xmlns="">
      <p:transition spd="med" advTm="9761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.5|1.4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.3|1.4|1.1|1.1|2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2.8|1.5|1.5"/>
</p:tagLst>
</file>

<file path=ppt/theme/theme1.xml><?xml version="1.0" encoding="utf-8"?>
<a:theme xmlns:a="http://schemas.openxmlformats.org/drawingml/2006/main" name="SHOWEET-DARK PRO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gradFill flip="none" rotWithShape="1">
          <a:gsLst>
            <a:gs pos="20000">
              <a:srgbClr val="FFFFFF"/>
            </a:gs>
            <a:gs pos="100000">
              <a:srgbClr val="DAD9D9"/>
            </a:gs>
          </a:gsLst>
          <a:lin ang="2700000" scaled="1"/>
          <a:tileRect/>
        </a:gradFill>
        <a:ln>
          <a:noFill/>
        </a:ln>
        <a:effectLst>
          <a:outerShdw blurRad="381000" dist="177800" dir="2700000" algn="tl" rotWithShape="0">
            <a:prstClr val="black">
              <a:alpha val="50000"/>
            </a:prstClr>
          </a:outerShdw>
        </a:effectLst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51435" tIns="25718" rIns="51435" bIns="25718" numCol="1" anchor="ctr" anchorCtr="0" compatLnSpc="1">
        <a:prstTxWarp prst="textNoShape">
          <a:avLst/>
        </a:prstTxWarp>
      </a:bodyPr>
      <a:lstStyle>
        <a:defPPr algn="ctr">
          <a:defRPr sz="4050" b="1" dirty="0">
            <a:solidFill>
              <a:schemeClr val="accent2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Formation PPT Init exercices" id="{D0E61338-E89F-4062-99F8-2FE8D552CF58}" vid="{4EED7F50-A067-479F-B709-64C82B9C412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Formation PPT modèle</Template>
  <TotalTime>537</TotalTime>
  <Words>158</Words>
  <Application>Microsoft Office PowerPoint</Application>
  <PresentationFormat>Grand écran</PresentationFormat>
  <Paragraphs>45</Paragraphs>
  <Slides>9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SHOWEET-DARK PRO</vt:lpstr>
      <vt:lpstr>Présentation PowerPoint</vt:lpstr>
      <vt:lpstr>Présentation PowerPoint</vt:lpstr>
      <vt:lpstr>Ingrédients</vt:lpstr>
      <vt:lpstr>Présentation PowerPoint</vt:lpstr>
      <vt:lpstr>Méthodologie</vt:lpstr>
      <vt:lpstr>Présentation PowerPoint</vt:lpstr>
      <vt:lpstr>Exemples de présentations</vt:lpstr>
      <vt:lpstr>Présentation PowerPoint</vt:lpstr>
      <vt:lpstr>Attention: pratique à hauts risques 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Recette des crêpes</dc:title>
  <dc:creator>Utilisateur</dc:creator>
  <cp:lastModifiedBy>josselin boullery</cp:lastModifiedBy>
  <cp:revision>45</cp:revision>
  <dcterms:created xsi:type="dcterms:W3CDTF">2015-01-06T08:11:03Z</dcterms:created>
  <dcterms:modified xsi:type="dcterms:W3CDTF">2021-06-06T17:54:14Z</dcterms:modified>
</cp:coreProperties>
</file>