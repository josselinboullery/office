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E641914-F230-929D-EAAD-B987D5CB76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AC88B81-B216-CEFF-0D56-57D675D759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C100415-DBE1-7B43-8BCB-9A19EEE9B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5BE3C-97BE-48AF-9ACF-52B7D2C60174}" type="datetimeFigureOut">
              <a:rPr lang="fr-FR" smtClean="0"/>
              <a:t>14/08/2023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5D68716-35FB-CE80-F055-AC501B810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62BE325-9823-2384-9060-48356F155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FECC2-9774-4232-B58E-CA36BBCF94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6126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0CF00BF-3117-0E3D-AB35-9B9E0E958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4B9E10A-7798-55E4-CFFB-A0D35E6ABD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B4E3AAA-07DA-90EF-240F-4957AFBF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5BE3C-97BE-48AF-9ACF-52B7D2C60174}" type="datetimeFigureOut">
              <a:rPr lang="fr-FR" smtClean="0"/>
              <a:t>14/08/2023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377B01F-BD0A-A5C7-4833-D2EBF0223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1A73DD9-8A0C-8190-B7BF-1F30C397C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FECC2-9774-4232-B58E-CA36BBCF94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78612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DB8612-7578-4E20-ADA2-8392A02A4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D3085B0-E5EF-B72E-852F-7C50131FCD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B86FE45-2A96-EF7E-2D51-1F1EADB7A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5BE3C-97BE-48AF-9ACF-52B7D2C60174}" type="datetimeFigureOut">
              <a:rPr lang="fr-FR" smtClean="0"/>
              <a:t>14/08/2023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1552218-25DC-D7CB-3554-A25666A6E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811EBDC-2537-4DCB-9FD7-FF6376832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FECC2-9774-4232-B58E-CA36BBCF94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2280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B09F843-1DB3-4858-3913-02EDF9030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5A55B6B-2ADB-04E2-088F-649EB5C2F7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3F3C4BC-F83C-47DA-F088-23C20F7C33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E421CA5-BA96-212D-0217-3991D64AF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5BE3C-97BE-48AF-9ACF-52B7D2C60174}" type="datetimeFigureOut">
              <a:rPr lang="fr-FR" smtClean="0"/>
              <a:t>14/08/2023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1A0653C-FC38-A40A-46BA-A6FC9558A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E649F4C-B8EE-DB49-6539-59EDBAA82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FECC2-9774-4232-B58E-CA36BBCF94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0649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617290-DB6F-2FD3-4BA8-8A8513576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572D2D7-938C-AC80-8068-5E6ABD0065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B393771-AC93-CAF2-E96A-19E8858AC4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9C3348E9-875B-7A8B-2F3C-5A06C8441F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A8F97D88-85FE-73B9-9ACB-3B8857F2ED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71B36B2-2C38-5C67-1759-A376538AA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5BE3C-97BE-48AF-9ACF-52B7D2C60174}" type="datetimeFigureOut">
              <a:rPr lang="fr-FR" smtClean="0"/>
              <a:t>14/08/2023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EC1B3764-FD0B-A559-42C8-FDA831D01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38C2D8C-4C2B-FB78-1182-3095A1208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FECC2-9774-4232-B58E-CA36BBCF94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905939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A16C5F9-BF28-84B3-8C6E-DCAF4E936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ECED9D0-60B1-8D2C-16AC-3B8FB52AE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5BE3C-97BE-48AF-9ACF-52B7D2C60174}" type="datetimeFigureOut">
              <a:rPr lang="fr-FR" smtClean="0"/>
              <a:t>14/08/2023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976A8F7-A015-61F4-9E05-193BB3164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F2FC6C3-A1DA-EC81-2B73-3D4ECCD9C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FECC2-9774-4232-B58E-CA36BBCF94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6987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A22EA26E-6B07-9FE7-4D83-3B6C14C0D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5BE3C-97BE-48AF-9ACF-52B7D2C60174}" type="datetimeFigureOut">
              <a:rPr lang="fr-FR" smtClean="0"/>
              <a:t>14/08/2023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5F2A073-E44D-7F19-A500-A933A8594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305C899-FAA8-5173-EF3B-A77FE60BC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FECC2-9774-4232-B58E-CA36BBCF94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828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8976B5C-32FC-CD21-11EB-92FE5F816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74B6D35-FB61-3FF7-B99F-D5ED8D6B3A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CD9B505-9279-69F4-D12B-ABE6D47CDC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416C02D-7AE6-89AD-5DF0-0C13A84F7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5BE3C-97BE-48AF-9ACF-52B7D2C60174}" type="datetimeFigureOut">
              <a:rPr lang="fr-FR" smtClean="0"/>
              <a:t>14/08/2023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3A6EBFB-E238-AB18-8EA0-B2A0E8999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4E2242E-18D4-8A9D-E049-5D4C0EA69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FECC2-9774-4232-B58E-CA36BBCF94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1021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10AD1E-A8FA-16AE-B6AB-F0AB1FA57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6C190853-4717-7E00-5CEA-9565F9D3A8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BE36919-8EE0-4394-C82E-B743AA4C19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AB30500-8C21-3246-A753-B2D198191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5BE3C-97BE-48AF-9ACF-52B7D2C60174}" type="datetimeFigureOut">
              <a:rPr lang="fr-FR" smtClean="0"/>
              <a:t>14/08/2023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EF9248C-3AF8-C191-2675-FA813A518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6D73E42-8AEF-1180-F9F2-5F39208AF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FECC2-9774-4232-B58E-CA36BBCF94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9906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6C5831-966D-6D81-DF51-F00C52E01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770ADCB-4A1D-454A-ED7D-2491B8ADD2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71E77B5-8371-5643-212B-69EC33AC5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5BE3C-97BE-48AF-9ACF-52B7D2C60174}" type="datetimeFigureOut">
              <a:rPr lang="fr-FR" smtClean="0"/>
              <a:t>14/08/2023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1D4E750-1B8F-1506-957B-F16AEE5CF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4FBADF9-2560-22A8-596B-D267C1977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FECC2-9774-4232-B58E-CA36BBCF94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4456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1ACF1C7D-2FE0-E04A-A1A3-772BE88E2E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2B7A12E-5C68-1AD2-D0E1-A379062AD3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6A3A0EE-59B2-5583-3CFC-5922DD8B1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5BE3C-97BE-48AF-9ACF-52B7D2C60174}" type="datetimeFigureOut">
              <a:rPr lang="fr-FR" smtClean="0"/>
              <a:t>14/08/2023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02D0429-9792-F9CD-0496-3F35B35B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FFFFBE4-3880-869D-5B4D-378B9ECE0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FECC2-9774-4232-B58E-CA36BBCF94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6748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D870D0E-495C-D19E-03B6-F1B167ADF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8285DE2-5617-E076-61C9-4B5631E2C6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576F09A-6FD0-525F-1F15-E880005D21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85BE3C-97BE-48AF-9ACF-52B7D2C60174}" type="datetimeFigureOut">
              <a:rPr lang="fr-FR" smtClean="0"/>
              <a:t>14/08/2023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0E0B01E-8445-E74D-CC24-C833BEE00A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BE4092A-3A15-D09C-BF39-39E5E0938F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6FECC2-9774-4232-B58E-CA36BBCF94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35316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6040A3-D491-D7C4-1ED4-B71A333A708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Exercice Pratique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55CC5DF-885B-9A39-D130-EA44962882D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Au boulot !</a:t>
            </a:r>
          </a:p>
        </p:txBody>
      </p:sp>
    </p:spTree>
    <p:extLst>
      <p:ext uri="{BB962C8B-B14F-4D97-AF65-F5344CB8AC3E}">
        <p14:creationId xmlns:p14="http://schemas.microsoft.com/office/powerpoint/2010/main" val="2609049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833555-C937-97B6-D8EA-636C0ABAB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Consignes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D03963F-2256-459C-C9B2-E310464CCE7D}"/>
              </a:ext>
            </a:extLst>
          </p:cNvPr>
          <p:cNvSpPr txBox="1"/>
          <p:nvPr/>
        </p:nvSpPr>
        <p:spPr>
          <a:xfrm>
            <a:off x="961052" y="1763486"/>
            <a:ext cx="10515599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Chaque diapo doit contenir une zone de titre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Diapo 1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Insérer une zone de texte et hiérarchiser le texte (rappel: =</a:t>
            </a:r>
            <a:r>
              <a:rPr lang="fr-FR" dirty="0" err="1"/>
              <a:t>lorem</a:t>
            </a:r>
            <a:r>
              <a:rPr lang="fr-FR" dirty="0"/>
              <a:t>() pour générer du texte automatiquement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Diapo 2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Insérer un tableau et le personnaliser (fusionner, normaliser des cellules, couleurs, bordures, etc.)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Diapo 3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Insérer un graphique et le personnaliser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Diapo 4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Insérer, rogner et personnaliser des images (3 ou 4 images sur la même diapo avec des rognages différents)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Diapo 5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Insérer et personnaliser des formes automatiques. Grouper certaines formes entre elles. Aligner et distribuer les formes.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Diapo 6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Insérer et personnaliser un SmartArt</a:t>
            </a:r>
          </a:p>
          <a:p>
            <a:pPr lvl="1"/>
            <a:endParaRPr lang="fr-F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fr-FR" dirty="0"/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198B5914-6B74-57F0-9AD6-E308B0E195DC}"/>
              </a:ext>
            </a:extLst>
          </p:cNvPr>
          <p:cNvCxnSpPr/>
          <p:nvPr/>
        </p:nvCxnSpPr>
        <p:spPr>
          <a:xfrm>
            <a:off x="-503853" y="1418253"/>
            <a:ext cx="3769567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449119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116</Words>
  <Application>Microsoft Office PowerPoint</Application>
  <PresentationFormat>Grand écran</PresentationFormat>
  <Paragraphs>17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Wingdings</vt:lpstr>
      <vt:lpstr>Thème Office</vt:lpstr>
      <vt:lpstr>Exercice Pratique</vt:lpstr>
      <vt:lpstr>Consignes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Exercice Pratique</dc:title>
  <dc:creator>josselin boullery</dc:creator>
  <cp:lastModifiedBy>josselin boullery</cp:lastModifiedBy>
  <cp:revision>1</cp:revision>
  <dcterms:created xsi:type="dcterms:W3CDTF">2023-08-14T11:10:51Z</dcterms:created>
  <dcterms:modified xsi:type="dcterms:W3CDTF">2023-08-14T11:28:23Z</dcterms:modified>
</cp:coreProperties>
</file>